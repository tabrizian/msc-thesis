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4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838C"/>
    <a:srgbClr val="FF2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34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3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535689-9F28-594C-9A2F-B87AE920F07B}" type="doc">
      <dgm:prSet loTypeId="urn:microsoft.com/office/officeart/2005/8/layout/process1" loCatId="" qsTypeId="urn:microsoft.com/office/officeart/2005/8/quickstyle/simple3" qsCatId="simple" csTypeId="urn:microsoft.com/office/officeart/2005/8/colors/accent3_2" csCatId="accent3" phldr="1"/>
      <dgm:spPr/>
    </dgm:pt>
    <dgm:pt modelId="{92960F6F-F4F9-294B-B137-604A81AF21AD}">
      <dgm:prSet phldrT="[Text]"/>
      <dgm:spPr/>
      <dgm:t>
        <a:bodyPr/>
        <a:lstStyle/>
        <a:p>
          <a:pPr rtl="0"/>
          <a:r>
            <a:rPr lang="en-US" dirty="0"/>
            <a:t>Allocating Memory on GPU</a:t>
          </a:r>
        </a:p>
      </dgm:t>
    </dgm:pt>
    <dgm:pt modelId="{D87FFCE4-F2A7-3042-9072-7ED7A05596B1}" type="parTrans" cxnId="{1176169A-F2FD-E04A-87F2-C00BC27142DE}">
      <dgm:prSet/>
      <dgm:spPr/>
      <dgm:t>
        <a:bodyPr/>
        <a:lstStyle/>
        <a:p>
          <a:endParaRPr lang="en-US"/>
        </a:p>
      </dgm:t>
    </dgm:pt>
    <dgm:pt modelId="{4BB5B8E9-FBDA-0943-AB6A-E32CA783EEDD}" type="sibTrans" cxnId="{1176169A-F2FD-E04A-87F2-C00BC27142DE}">
      <dgm:prSet/>
      <dgm:spPr/>
      <dgm:t>
        <a:bodyPr/>
        <a:lstStyle/>
        <a:p>
          <a:pPr rtl="0"/>
          <a:endParaRPr lang="en-US"/>
        </a:p>
      </dgm:t>
    </dgm:pt>
    <dgm:pt modelId="{DABA8024-CFAE-B241-AA1D-436195F83C99}">
      <dgm:prSet phldrT="[Text]"/>
      <dgm:spPr/>
      <dgm:t>
        <a:bodyPr/>
        <a:lstStyle/>
        <a:p>
          <a:pPr rtl="0"/>
          <a:r>
            <a:rPr lang="en-US" dirty="0"/>
            <a:t>Copying Data from Host to Device</a:t>
          </a:r>
        </a:p>
      </dgm:t>
    </dgm:pt>
    <dgm:pt modelId="{BB402367-8436-3A41-BC76-4A37A87C3BAD}" type="parTrans" cxnId="{797C0C7B-6834-5E44-A7D8-42AF34453503}">
      <dgm:prSet/>
      <dgm:spPr/>
      <dgm:t>
        <a:bodyPr/>
        <a:lstStyle/>
        <a:p>
          <a:endParaRPr lang="en-US"/>
        </a:p>
      </dgm:t>
    </dgm:pt>
    <dgm:pt modelId="{FA1912F8-C91C-0146-85A6-83F9D37F0262}" type="sibTrans" cxnId="{797C0C7B-6834-5E44-A7D8-42AF34453503}">
      <dgm:prSet/>
      <dgm:spPr/>
      <dgm:t>
        <a:bodyPr/>
        <a:lstStyle/>
        <a:p>
          <a:pPr rtl="0"/>
          <a:endParaRPr lang="en-US"/>
        </a:p>
      </dgm:t>
    </dgm:pt>
    <dgm:pt modelId="{9A5ADB45-78F4-E749-9C95-785BD0283886}">
      <dgm:prSet phldrT="[Text]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en-US" dirty="0"/>
            <a:t>Executing the Kernel on GPU</a:t>
          </a:r>
        </a:p>
      </dgm:t>
    </dgm:pt>
    <dgm:pt modelId="{C90DE1B7-06EA-1144-A34B-C3861EB76B8B}" type="parTrans" cxnId="{8595E0E2-A2AA-2243-8E0C-2BBAC36C01F3}">
      <dgm:prSet/>
      <dgm:spPr/>
      <dgm:t>
        <a:bodyPr/>
        <a:lstStyle/>
        <a:p>
          <a:endParaRPr lang="en-US"/>
        </a:p>
      </dgm:t>
    </dgm:pt>
    <dgm:pt modelId="{28E43F65-A58A-704C-BFBA-7DCCA17DE282}" type="sibTrans" cxnId="{8595E0E2-A2AA-2243-8E0C-2BBAC36C01F3}">
      <dgm:prSet/>
      <dgm:spPr/>
      <dgm:t>
        <a:bodyPr/>
        <a:lstStyle/>
        <a:p>
          <a:pPr rtl="0"/>
          <a:endParaRPr lang="en-US"/>
        </a:p>
      </dgm:t>
    </dgm:pt>
    <dgm:pt modelId="{E5E871C1-E6E9-C64D-8DE8-7D2CB3C55702}">
      <dgm:prSet/>
      <dgm:spPr/>
      <dgm:t>
        <a:bodyPr/>
        <a:lstStyle/>
        <a:p>
          <a:pPr rtl="0"/>
          <a:r>
            <a:rPr lang="en-US" dirty="0"/>
            <a:t>Copying the Results back to Host</a:t>
          </a:r>
        </a:p>
      </dgm:t>
    </dgm:pt>
    <dgm:pt modelId="{6B007908-CC74-0A47-AEF0-51DCDFE25445}" type="parTrans" cxnId="{6DE3EB9C-3CDE-0F42-A295-433EA9003DE3}">
      <dgm:prSet/>
      <dgm:spPr/>
      <dgm:t>
        <a:bodyPr/>
        <a:lstStyle/>
        <a:p>
          <a:endParaRPr lang="en-US"/>
        </a:p>
      </dgm:t>
    </dgm:pt>
    <dgm:pt modelId="{48B77ACC-FF56-AE45-8004-CEE827A97C34}" type="sibTrans" cxnId="{6DE3EB9C-3CDE-0F42-A295-433EA9003DE3}">
      <dgm:prSet/>
      <dgm:spPr/>
      <dgm:t>
        <a:bodyPr/>
        <a:lstStyle/>
        <a:p>
          <a:endParaRPr lang="en-US"/>
        </a:p>
      </dgm:t>
    </dgm:pt>
    <dgm:pt modelId="{75A00D96-96D1-DF44-A8E6-4019E3BA5332}" type="pres">
      <dgm:prSet presAssocID="{80535689-9F28-594C-9A2F-B87AE920F07B}" presName="Name0" presStyleCnt="0">
        <dgm:presLayoutVars>
          <dgm:dir/>
          <dgm:resizeHandles val="exact"/>
        </dgm:presLayoutVars>
      </dgm:prSet>
      <dgm:spPr/>
    </dgm:pt>
    <dgm:pt modelId="{2317CFCD-14AC-954D-AC4E-E1CCD342617F}" type="pres">
      <dgm:prSet presAssocID="{92960F6F-F4F9-294B-B137-604A81AF21AD}" presName="node" presStyleLbl="node1" presStyleIdx="0" presStyleCnt="4">
        <dgm:presLayoutVars>
          <dgm:bulletEnabled val="1"/>
        </dgm:presLayoutVars>
      </dgm:prSet>
      <dgm:spPr/>
    </dgm:pt>
    <dgm:pt modelId="{719B443F-EBDA-E34F-A86B-CEF080D18181}" type="pres">
      <dgm:prSet presAssocID="{4BB5B8E9-FBDA-0943-AB6A-E32CA783EEDD}" presName="sibTrans" presStyleLbl="sibTrans2D1" presStyleIdx="0" presStyleCnt="3"/>
      <dgm:spPr/>
    </dgm:pt>
    <dgm:pt modelId="{150F352E-BD54-204D-B071-26F271623FFD}" type="pres">
      <dgm:prSet presAssocID="{4BB5B8E9-FBDA-0943-AB6A-E32CA783EEDD}" presName="connectorText" presStyleLbl="sibTrans2D1" presStyleIdx="0" presStyleCnt="3"/>
      <dgm:spPr/>
    </dgm:pt>
    <dgm:pt modelId="{0566A48B-2CEC-6147-A873-91CCEFF5499C}" type="pres">
      <dgm:prSet presAssocID="{DABA8024-CFAE-B241-AA1D-436195F83C99}" presName="node" presStyleLbl="node1" presStyleIdx="1" presStyleCnt="4">
        <dgm:presLayoutVars>
          <dgm:bulletEnabled val="1"/>
        </dgm:presLayoutVars>
      </dgm:prSet>
      <dgm:spPr/>
    </dgm:pt>
    <dgm:pt modelId="{FA350D7A-F64D-BB4E-A66E-BFDDC620E054}" type="pres">
      <dgm:prSet presAssocID="{FA1912F8-C91C-0146-85A6-83F9D37F0262}" presName="sibTrans" presStyleLbl="sibTrans2D1" presStyleIdx="1" presStyleCnt="3"/>
      <dgm:spPr/>
    </dgm:pt>
    <dgm:pt modelId="{F1C3AA4A-9F4B-5443-8EE6-0155D8BBE2BB}" type="pres">
      <dgm:prSet presAssocID="{FA1912F8-C91C-0146-85A6-83F9D37F0262}" presName="connectorText" presStyleLbl="sibTrans2D1" presStyleIdx="1" presStyleCnt="3"/>
      <dgm:spPr/>
    </dgm:pt>
    <dgm:pt modelId="{1AE22938-647E-B14B-9673-643927339502}" type="pres">
      <dgm:prSet presAssocID="{9A5ADB45-78F4-E749-9C95-785BD0283886}" presName="node" presStyleLbl="node1" presStyleIdx="2" presStyleCnt="4">
        <dgm:presLayoutVars>
          <dgm:bulletEnabled val="1"/>
        </dgm:presLayoutVars>
      </dgm:prSet>
      <dgm:spPr/>
    </dgm:pt>
    <dgm:pt modelId="{BC49616B-D25A-7A4C-85BE-62B706781696}" type="pres">
      <dgm:prSet presAssocID="{28E43F65-A58A-704C-BFBA-7DCCA17DE282}" presName="sibTrans" presStyleLbl="sibTrans2D1" presStyleIdx="2" presStyleCnt="3"/>
      <dgm:spPr/>
    </dgm:pt>
    <dgm:pt modelId="{8EBEC7CD-A14E-3644-B195-194A9B3E2ABD}" type="pres">
      <dgm:prSet presAssocID="{28E43F65-A58A-704C-BFBA-7DCCA17DE282}" presName="connectorText" presStyleLbl="sibTrans2D1" presStyleIdx="2" presStyleCnt="3"/>
      <dgm:spPr/>
    </dgm:pt>
    <dgm:pt modelId="{77D26358-C7C8-CD41-AF4C-B9C2859D5312}" type="pres">
      <dgm:prSet presAssocID="{E5E871C1-E6E9-C64D-8DE8-7D2CB3C55702}" presName="node" presStyleLbl="node1" presStyleIdx="3" presStyleCnt="4">
        <dgm:presLayoutVars>
          <dgm:bulletEnabled val="1"/>
        </dgm:presLayoutVars>
      </dgm:prSet>
      <dgm:spPr/>
    </dgm:pt>
  </dgm:ptLst>
  <dgm:cxnLst>
    <dgm:cxn modelId="{6F4E271C-C82C-AA4A-BA32-AE11EAD5E1E8}" type="presOf" srcId="{92960F6F-F4F9-294B-B137-604A81AF21AD}" destId="{2317CFCD-14AC-954D-AC4E-E1CCD342617F}" srcOrd="0" destOrd="0" presId="urn:microsoft.com/office/officeart/2005/8/layout/process1"/>
    <dgm:cxn modelId="{9AADF128-2B6A-414A-9BAC-4BFB142C541D}" type="presOf" srcId="{FA1912F8-C91C-0146-85A6-83F9D37F0262}" destId="{F1C3AA4A-9F4B-5443-8EE6-0155D8BBE2BB}" srcOrd="1" destOrd="0" presId="urn:microsoft.com/office/officeart/2005/8/layout/process1"/>
    <dgm:cxn modelId="{37212663-EB26-E446-B588-48516DD3BFC9}" type="presOf" srcId="{9A5ADB45-78F4-E749-9C95-785BD0283886}" destId="{1AE22938-647E-B14B-9673-643927339502}" srcOrd="0" destOrd="0" presId="urn:microsoft.com/office/officeart/2005/8/layout/process1"/>
    <dgm:cxn modelId="{797C0C7B-6834-5E44-A7D8-42AF34453503}" srcId="{80535689-9F28-594C-9A2F-B87AE920F07B}" destId="{DABA8024-CFAE-B241-AA1D-436195F83C99}" srcOrd="1" destOrd="0" parTransId="{BB402367-8436-3A41-BC76-4A37A87C3BAD}" sibTransId="{FA1912F8-C91C-0146-85A6-83F9D37F0262}"/>
    <dgm:cxn modelId="{C51BBD86-3D30-E449-8A46-0876E5766679}" type="presOf" srcId="{28E43F65-A58A-704C-BFBA-7DCCA17DE282}" destId="{BC49616B-D25A-7A4C-85BE-62B706781696}" srcOrd="0" destOrd="0" presId="urn:microsoft.com/office/officeart/2005/8/layout/process1"/>
    <dgm:cxn modelId="{1176169A-F2FD-E04A-87F2-C00BC27142DE}" srcId="{80535689-9F28-594C-9A2F-B87AE920F07B}" destId="{92960F6F-F4F9-294B-B137-604A81AF21AD}" srcOrd="0" destOrd="0" parTransId="{D87FFCE4-F2A7-3042-9072-7ED7A05596B1}" sibTransId="{4BB5B8E9-FBDA-0943-AB6A-E32CA783EEDD}"/>
    <dgm:cxn modelId="{59AA1A9B-9334-004E-8B20-7BBADC8843EC}" type="presOf" srcId="{E5E871C1-E6E9-C64D-8DE8-7D2CB3C55702}" destId="{77D26358-C7C8-CD41-AF4C-B9C2859D5312}" srcOrd="0" destOrd="0" presId="urn:microsoft.com/office/officeart/2005/8/layout/process1"/>
    <dgm:cxn modelId="{6DE3EB9C-3CDE-0F42-A295-433EA9003DE3}" srcId="{80535689-9F28-594C-9A2F-B87AE920F07B}" destId="{E5E871C1-E6E9-C64D-8DE8-7D2CB3C55702}" srcOrd="3" destOrd="0" parTransId="{6B007908-CC74-0A47-AEF0-51DCDFE25445}" sibTransId="{48B77ACC-FF56-AE45-8004-CEE827A97C34}"/>
    <dgm:cxn modelId="{36CF5FB4-75EB-A545-AAE0-932704BA4DEA}" type="presOf" srcId="{28E43F65-A58A-704C-BFBA-7DCCA17DE282}" destId="{8EBEC7CD-A14E-3644-B195-194A9B3E2ABD}" srcOrd="1" destOrd="0" presId="urn:microsoft.com/office/officeart/2005/8/layout/process1"/>
    <dgm:cxn modelId="{220FE5CA-8D1B-7E42-AE4E-FBF066E21AEC}" type="presOf" srcId="{DABA8024-CFAE-B241-AA1D-436195F83C99}" destId="{0566A48B-2CEC-6147-A873-91CCEFF5499C}" srcOrd="0" destOrd="0" presId="urn:microsoft.com/office/officeart/2005/8/layout/process1"/>
    <dgm:cxn modelId="{A9F563CE-3ABF-614F-9246-FB3254A79070}" type="presOf" srcId="{4BB5B8E9-FBDA-0943-AB6A-E32CA783EEDD}" destId="{150F352E-BD54-204D-B071-26F271623FFD}" srcOrd="1" destOrd="0" presId="urn:microsoft.com/office/officeart/2005/8/layout/process1"/>
    <dgm:cxn modelId="{265BDCE2-7B13-B145-9C61-7F2BBA7648BA}" type="presOf" srcId="{80535689-9F28-594C-9A2F-B87AE920F07B}" destId="{75A00D96-96D1-DF44-A8E6-4019E3BA5332}" srcOrd="0" destOrd="0" presId="urn:microsoft.com/office/officeart/2005/8/layout/process1"/>
    <dgm:cxn modelId="{8595E0E2-A2AA-2243-8E0C-2BBAC36C01F3}" srcId="{80535689-9F28-594C-9A2F-B87AE920F07B}" destId="{9A5ADB45-78F4-E749-9C95-785BD0283886}" srcOrd="2" destOrd="0" parTransId="{C90DE1B7-06EA-1144-A34B-C3861EB76B8B}" sibTransId="{28E43F65-A58A-704C-BFBA-7DCCA17DE282}"/>
    <dgm:cxn modelId="{144BCBEF-6B30-534C-806C-557D41026E8A}" type="presOf" srcId="{FA1912F8-C91C-0146-85A6-83F9D37F0262}" destId="{FA350D7A-F64D-BB4E-A66E-BFDDC620E054}" srcOrd="0" destOrd="0" presId="urn:microsoft.com/office/officeart/2005/8/layout/process1"/>
    <dgm:cxn modelId="{3C65EFF8-CF68-1D46-AA1F-2C89038323A6}" type="presOf" srcId="{4BB5B8E9-FBDA-0943-AB6A-E32CA783EEDD}" destId="{719B443F-EBDA-E34F-A86B-CEF080D18181}" srcOrd="0" destOrd="0" presId="urn:microsoft.com/office/officeart/2005/8/layout/process1"/>
    <dgm:cxn modelId="{84ED6C66-151A-7C46-BC6B-1A03A6E80821}" type="presParOf" srcId="{75A00D96-96D1-DF44-A8E6-4019E3BA5332}" destId="{2317CFCD-14AC-954D-AC4E-E1CCD342617F}" srcOrd="0" destOrd="0" presId="urn:microsoft.com/office/officeart/2005/8/layout/process1"/>
    <dgm:cxn modelId="{08925C3B-A959-384A-AAC0-1734DE394ACA}" type="presParOf" srcId="{75A00D96-96D1-DF44-A8E6-4019E3BA5332}" destId="{719B443F-EBDA-E34F-A86B-CEF080D18181}" srcOrd="1" destOrd="0" presId="urn:microsoft.com/office/officeart/2005/8/layout/process1"/>
    <dgm:cxn modelId="{8BCDFBE6-0FE4-0C4B-A441-DC5AA27C27AA}" type="presParOf" srcId="{719B443F-EBDA-E34F-A86B-CEF080D18181}" destId="{150F352E-BD54-204D-B071-26F271623FFD}" srcOrd="0" destOrd="0" presId="urn:microsoft.com/office/officeart/2005/8/layout/process1"/>
    <dgm:cxn modelId="{4BE30906-159D-C441-BA28-880A0490ADF6}" type="presParOf" srcId="{75A00D96-96D1-DF44-A8E6-4019E3BA5332}" destId="{0566A48B-2CEC-6147-A873-91CCEFF5499C}" srcOrd="2" destOrd="0" presId="urn:microsoft.com/office/officeart/2005/8/layout/process1"/>
    <dgm:cxn modelId="{D85A3A47-D5DE-0946-9A09-AA8B54169E3A}" type="presParOf" srcId="{75A00D96-96D1-DF44-A8E6-4019E3BA5332}" destId="{FA350D7A-F64D-BB4E-A66E-BFDDC620E054}" srcOrd="3" destOrd="0" presId="urn:microsoft.com/office/officeart/2005/8/layout/process1"/>
    <dgm:cxn modelId="{9061C2F8-2B56-2A42-9BF1-6B226916D289}" type="presParOf" srcId="{FA350D7A-F64D-BB4E-A66E-BFDDC620E054}" destId="{F1C3AA4A-9F4B-5443-8EE6-0155D8BBE2BB}" srcOrd="0" destOrd="0" presId="urn:microsoft.com/office/officeart/2005/8/layout/process1"/>
    <dgm:cxn modelId="{E994C124-532F-E248-8C9C-28492F491964}" type="presParOf" srcId="{75A00D96-96D1-DF44-A8E6-4019E3BA5332}" destId="{1AE22938-647E-B14B-9673-643927339502}" srcOrd="4" destOrd="0" presId="urn:microsoft.com/office/officeart/2005/8/layout/process1"/>
    <dgm:cxn modelId="{DEAE99E6-338B-0441-B187-C2337BFFB028}" type="presParOf" srcId="{75A00D96-96D1-DF44-A8E6-4019E3BA5332}" destId="{BC49616B-D25A-7A4C-85BE-62B706781696}" srcOrd="5" destOrd="0" presId="urn:microsoft.com/office/officeart/2005/8/layout/process1"/>
    <dgm:cxn modelId="{0F4AFD2C-E121-CE4F-B45B-85472F44AEA6}" type="presParOf" srcId="{BC49616B-D25A-7A4C-85BE-62B706781696}" destId="{8EBEC7CD-A14E-3644-B195-194A9B3E2ABD}" srcOrd="0" destOrd="0" presId="urn:microsoft.com/office/officeart/2005/8/layout/process1"/>
    <dgm:cxn modelId="{2D342219-B78F-4145-890B-A296C5694EF2}" type="presParOf" srcId="{75A00D96-96D1-DF44-A8E6-4019E3BA5332}" destId="{77D26358-C7C8-CD41-AF4C-B9C2859D5312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17CFCD-14AC-954D-AC4E-E1CCD342617F}">
      <dsp:nvSpPr>
        <dsp:cNvPr id="0" name=""/>
        <dsp:cNvSpPr/>
      </dsp:nvSpPr>
      <dsp:spPr>
        <a:xfrm>
          <a:off x="3571" y="2218861"/>
          <a:ext cx="1561703" cy="98094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Allocating Memory on GPU</a:t>
          </a:r>
        </a:p>
      </dsp:txBody>
      <dsp:txXfrm>
        <a:off x="32302" y="2247592"/>
        <a:ext cx="1504241" cy="923482"/>
      </dsp:txXfrm>
    </dsp:sp>
    <dsp:sp modelId="{719B443F-EBDA-E34F-A86B-CEF080D18181}">
      <dsp:nvSpPr>
        <dsp:cNvPr id="0" name=""/>
        <dsp:cNvSpPr/>
      </dsp:nvSpPr>
      <dsp:spPr>
        <a:xfrm>
          <a:off x="1721445" y="2515682"/>
          <a:ext cx="331081" cy="38730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721445" y="2593142"/>
        <a:ext cx="231757" cy="232382"/>
      </dsp:txXfrm>
    </dsp:sp>
    <dsp:sp modelId="{0566A48B-2CEC-6147-A873-91CCEFF5499C}">
      <dsp:nvSpPr>
        <dsp:cNvPr id="0" name=""/>
        <dsp:cNvSpPr/>
      </dsp:nvSpPr>
      <dsp:spPr>
        <a:xfrm>
          <a:off x="2189956" y="2218861"/>
          <a:ext cx="1561703" cy="98094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Copying Data from Host to Device</a:t>
          </a:r>
        </a:p>
      </dsp:txBody>
      <dsp:txXfrm>
        <a:off x="2218687" y="2247592"/>
        <a:ext cx="1504241" cy="923482"/>
      </dsp:txXfrm>
    </dsp:sp>
    <dsp:sp modelId="{FA350D7A-F64D-BB4E-A66E-BFDDC620E054}">
      <dsp:nvSpPr>
        <dsp:cNvPr id="0" name=""/>
        <dsp:cNvSpPr/>
      </dsp:nvSpPr>
      <dsp:spPr>
        <a:xfrm>
          <a:off x="3907829" y="2515682"/>
          <a:ext cx="331081" cy="38730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907829" y="2593142"/>
        <a:ext cx="231757" cy="232382"/>
      </dsp:txXfrm>
    </dsp:sp>
    <dsp:sp modelId="{1AE22938-647E-B14B-9673-643927339502}">
      <dsp:nvSpPr>
        <dsp:cNvPr id="0" name=""/>
        <dsp:cNvSpPr/>
      </dsp:nvSpPr>
      <dsp:spPr>
        <a:xfrm>
          <a:off x="4376340" y="2218861"/>
          <a:ext cx="1561703" cy="980944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2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Executing the Kernel on GPU</a:t>
          </a:r>
        </a:p>
      </dsp:txBody>
      <dsp:txXfrm>
        <a:off x="4405071" y="2247592"/>
        <a:ext cx="1504241" cy="923482"/>
      </dsp:txXfrm>
    </dsp:sp>
    <dsp:sp modelId="{BC49616B-D25A-7A4C-85BE-62B706781696}">
      <dsp:nvSpPr>
        <dsp:cNvPr id="0" name=""/>
        <dsp:cNvSpPr/>
      </dsp:nvSpPr>
      <dsp:spPr>
        <a:xfrm>
          <a:off x="6094214" y="2515682"/>
          <a:ext cx="331081" cy="38730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6094214" y="2593142"/>
        <a:ext cx="231757" cy="232382"/>
      </dsp:txXfrm>
    </dsp:sp>
    <dsp:sp modelId="{77D26358-C7C8-CD41-AF4C-B9C2859D5312}">
      <dsp:nvSpPr>
        <dsp:cNvPr id="0" name=""/>
        <dsp:cNvSpPr/>
      </dsp:nvSpPr>
      <dsp:spPr>
        <a:xfrm>
          <a:off x="6562724" y="2218861"/>
          <a:ext cx="1561703" cy="98094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Copying the Results back to Host</a:t>
          </a:r>
        </a:p>
      </dsp:txBody>
      <dsp:txXfrm>
        <a:off x="6591455" y="2247592"/>
        <a:ext cx="1504241" cy="9234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195A7-B07F-DD4B-B434-A2118D81FA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1B60E5-66A0-574E-822F-8731A93F93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2146C-3226-824D-A677-051AA04DA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D103-C722-3144-898D-6526C58DC3E9}" type="datetimeFigureOut">
              <a:rPr lang="en-US" smtClean="0"/>
              <a:t>12/5/20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2935C-3A0B-674A-B250-DD213E450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7D2C9-0D8B-464B-9ECD-DCCC13444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67DBE-83EE-2D47-9142-99541B08F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245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15827-8692-EC4F-8062-DB0545290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852CD-0D1E-8A4E-9121-A11639822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47FEF-0A8E-EB43-B899-723B52206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D103-C722-3144-898D-6526C58DC3E9}" type="datetimeFigureOut">
              <a:rPr lang="en-US" smtClean="0"/>
              <a:t>12/5/20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809E0-3465-B94B-A56E-A18B07F0F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8C6D3-4D3B-C247-9954-C9C3B4AD2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67DBE-83EE-2D47-9142-99541B08F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89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F1A6F-0097-8F4C-9ADC-FA68D1BA5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96E534-E6B4-5748-9C24-DB546E32C2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D1A1-30FF-D247-A4F0-E1B68546D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D103-C722-3144-898D-6526C58DC3E9}" type="datetimeFigureOut">
              <a:rPr lang="en-US" smtClean="0"/>
              <a:t>12/5/20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6F747-4D43-0F49-9550-843E0E092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D61E4-E398-2D4E-BACE-102588FAF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67DBE-83EE-2D47-9142-99541B08F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387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053D8-D24A-4747-AA9E-19E3E9CDA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E7253-DB39-2745-8B94-7C8F79EBB6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E8CC0D-77B9-B74D-A935-53E5C63D56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18091C-474F-7E4F-AC68-CAE1671CE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D103-C722-3144-898D-6526C58DC3E9}" type="datetimeFigureOut">
              <a:rPr lang="en-US" smtClean="0"/>
              <a:t>12/5/20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EDAE3B-1466-2447-844D-429DCE565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265140-3308-594A-BB05-B3C4D6695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67DBE-83EE-2D47-9142-99541B08F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130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15CB4-B4A9-4C42-8386-8E094E11F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1DFE2-225E-2242-82D5-3E6123BF3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0F098F-6044-724A-AC89-68D1467A0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DF095E-9A8F-8242-A4C7-4E03C6929D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9648BB-F5B6-544C-BC52-D0A7D3F4FC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F28378-FA4F-B944-A619-605E560CE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D103-C722-3144-898D-6526C58DC3E9}" type="datetimeFigureOut">
              <a:rPr lang="en-US" smtClean="0"/>
              <a:t>12/5/20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0CD687-5FF1-FB4D-968A-CFD2E4403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F0E67F-0D75-9043-87F6-94DF86FB6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67DBE-83EE-2D47-9142-99541B08F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719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81E79-6827-0C44-93C5-BAD773753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554307-DD35-5446-B59A-E2B51B60C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D103-C722-3144-898D-6526C58DC3E9}" type="datetimeFigureOut">
              <a:rPr lang="en-US" smtClean="0"/>
              <a:t>12/5/20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47C3D0-7B93-2D40-B2C6-BFE2451F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4CC1D0-727F-1745-B315-22FD915C5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67DBE-83EE-2D47-9142-99541B08F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752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7CD4C6-8488-6E45-A2E3-F95A81A45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D103-C722-3144-898D-6526C58DC3E9}" type="datetimeFigureOut">
              <a:rPr lang="en-US" smtClean="0"/>
              <a:t>12/5/20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27CCAE-044D-AB42-B2F7-E8A97C92D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16EC2-9A1C-3545-883F-10F28C986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67DBE-83EE-2D47-9142-99541B08F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793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626D6-C97D-DC47-927A-6D2754E1C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569A4-C97F-194A-A114-8C8A56D44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733632-8A28-A745-A633-16B687B8E1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FCE53-4013-A644-A367-A29CE3B37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D103-C722-3144-898D-6526C58DC3E9}" type="datetimeFigureOut">
              <a:rPr lang="en-US" smtClean="0"/>
              <a:t>12/5/20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DD0983-A90F-D347-9498-DF842E45B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506B28-C42A-3441-8790-D853315E7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67DBE-83EE-2D47-9142-99541B08F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259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E7063-56BF-3940-973F-02707D378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78A1B-46A9-F043-9E4C-02F4B0C04A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1B389D-7219-2C45-A927-38F98B8557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994F74-2BA3-484A-BF8F-4F76FBC73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D103-C722-3144-898D-6526C58DC3E9}" type="datetimeFigureOut">
              <a:rPr lang="en-US" smtClean="0"/>
              <a:t>12/5/20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661C55-F213-C745-B1F8-D60E0CF39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DC2306-AF8D-FF46-A9D2-76BD96A2B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67DBE-83EE-2D47-9142-99541B08F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591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A4A91-21D9-D44D-8705-9118A2C13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88774-F456-1F44-BC10-79F2592DC7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6A09C-3F5D-724F-A871-F5BB34ED8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D103-C722-3144-898D-6526C58DC3E9}" type="datetimeFigureOut">
              <a:rPr lang="en-US" smtClean="0"/>
              <a:t>12/5/20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2FB1C-D41F-C04E-B40A-8436AF537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3BCDF-E95D-F04F-B2A3-F4CBEAB45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67DBE-83EE-2D47-9142-99541B08F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290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E615DC-5D46-DF43-BE30-2BB45BA2A6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ADFB55-2A4D-8A4A-96D5-BAC7DEBFC9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16BBA-418A-3543-B54E-8F0B9187A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1D103-C722-3144-898D-6526C58DC3E9}" type="datetimeFigureOut">
              <a:rPr lang="en-US" smtClean="0"/>
              <a:t>12/5/20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B8EAF-ADD2-A24A-BDA7-8E064D9A4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761EE7-738F-DD44-B56D-C52AD5A22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67DBE-83EE-2D47-9142-99541B08F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01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81ECBA-E2EF-9E45-92FE-AB40CBD22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EB2FD0-C9F9-8C40-BE70-843E73612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14D137-DECB-1448-B811-2A39212F77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31D103-C722-3144-898D-6526C58DC3E9}" type="datetimeFigureOut">
              <a:rPr lang="en-US" smtClean="0"/>
              <a:t>12/5/20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567D58-E6A1-DA46-823D-7942F56BEF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732B5-40AF-374A-B3B8-3B2964F6D2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A67DBE-83EE-2D47-9142-99541B08FB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520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27D9133-FA89-E949-8EA0-9BC7DD16015D}"/>
              </a:ext>
            </a:extLst>
          </p:cNvPr>
          <p:cNvSpPr/>
          <p:nvPr/>
        </p:nvSpPr>
        <p:spPr>
          <a:xfrm>
            <a:off x="926925" y="569934"/>
            <a:ext cx="3300609" cy="260077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11707CD-C423-3241-BB61-6B5738EFA000}"/>
              </a:ext>
            </a:extLst>
          </p:cNvPr>
          <p:cNvGrpSpPr/>
          <p:nvPr/>
        </p:nvGrpSpPr>
        <p:grpSpPr>
          <a:xfrm>
            <a:off x="1003605" y="665020"/>
            <a:ext cx="605641" cy="926275"/>
            <a:chOff x="1003605" y="665020"/>
            <a:chExt cx="605641" cy="926275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F65DE97-49F5-6346-8A9C-C284FECE93B3}"/>
                </a:ext>
              </a:extLst>
            </p:cNvPr>
            <p:cNvGrpSpPr/>
            <p:nvPr/>
          </p:nvGrpSpPr>
          <p:grpSpPr>
            <a:xfrm>
              <a:off x="1003605" y="665020"/>
              <a:ext cx="605641" cy="926275"/>
              <a:chOff x="1116281" y="641268"/>
              <a:chExt cx="605641" cy="926275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3398790-D085-DB4D-A986-0E5C28766776}"/>
                  </a:ext>
                </a:extLst>
              </p:cNvPr>
              <p:cNvSpPr/>
              <p:nvPr/>
            </p:nvSpPr>
            <p:spPr>
              <a:xfrm>
                <a:off x="1116281" y="641268"/>
                <a:ext cx="605641" cy="92627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SM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DE16CB7-7B45-3644-AF3A-9568D44E8B1D}"/>
                  </a:ext>
                </a:extLst>
              </p:cNvPr>
              <p:cNvSpPr/>
              <p:nvPr/>
            </p:nvSpPr>
            <p:spPr>
              <a:xfrm>
                <a:off x="1223158" y="712519"/>
                <a:ext cx="391885" cy="17813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L1</a:t>
                </a:r>
              </a:p>
            </p:txBody>
          </p:sp>
        </p:grp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91F2C84-0E61-CB44-8DA4-84B3F0F5474D}"/>
                </a:ext>
              </a:extLst>
            </p:cNvPr>
            <p:cNvSpPr/>
            <p:nvPr/>
          </p:nvSpPr>
          <p:spPr>
            <a:xfrm>
              <a:off x="1348968" y="1360785"/>
              <a:ext cx="183873" cy="17813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700" dirty="0"/>
                <a:t>CC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7C91A1A-63FF-D048-AEF1-D9418C6B598D}"/>
                </a:ext>
              </a:extLst>
            </p:cNvPr>
            <p:cNvSpPr/>
            <p:nvPr/>
          </p:nvSpPr>
          <p:spPr>
            <a:xfrm>
              <a:off x="1084350" y="1360785"/>
              <a:ext cx="183873" cy="17813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700" dirty="0"/>
                <a:t>TC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B294890-5553-FD4A-8E03-FCD0E4B4BC43}"/>
              </a:ext>
            </a:extLst>
          </p:cNvPr>
          <p:cNvGrpSpPr/>
          <p:nvPr/>
        </p:nvGrpSpPr>
        <p:grpSpPr>
          <a:xfrm>
            <a:off x="1842849" y="658757"/>
            <a:ext cx="605641" cy="926275"/>
            <a:chOff x="1003605" y="665020"/>
            <a:chExt cx="605641" cy="926275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DC8CBB1-3024-A645-81B2-5A7EA147541A}"/>
                </a:ext>
              </a:extLst>
            </p:cNvPr>
            <p:cNvGrpSpPr/>
            <p:nvPr/>
          </p:nvGrpSpPr>
          <p:grpSpPr>
            <a:xfrm>
              <a:off x="1003605" y="665020"/>
              <a:ext cx="605641" cy="926275"/>
              <a:chOff x="1116281" y="641268"/>
              <a:chExt cx="605641" cy="926275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5865EF7-6083-6245-94A0-47F9C2FFD0BE}"/>
                  </a:ext>
                </a:extLst>
              </p:cNvPr>
              <p:cNvSpPr/>
              <p:nvPr/>
            </p:nvSpPr>
            <p:spPr>
              <a:xfrm>
                <a:off x="1116281" y="641268"/>
                <a:ext cx="605641" cy="92627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SM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B3F52A2-1CAF-264B-9CF9-5F8FC1574904}"/>
                  </a:ext>
                </a:extLst>
              </p:cNvPr>
              <p:cNvSpPr/>
              <p:nvPr/>
            </p:nvSpPr>
            <p:spPr>
              <a:xfrm>
                <a:off x="1223158" y="712519"/>
                <a:ext cx="391885" cy="17813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L1</a:t>
                </a:r>
              </a:p>
            </p:txBody>
          </p: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E6492A2-92DD-4845-9B2E-15DED999F7F7}"/>
                </a:ext>
              </a:extLst>
            </p:cNvPr>
            <p:cNvSpPr/>
            <p:nvPr/>
          </p:nvSpPr>
          <p:spPr>
            <a:xfrm>
              <a:off x="1348968" y="1360785"/>
              <a:ext cx="183873" cy="17813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700" dirty="0"/>
                <a:t>CC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EECCD87-3317-374D-8B4B-EA98235F7930}"/>
                </a:ext>
              </a:extLst>
            </p:cNvPr>
            <p:cNvSpPr/>
            <p:nvPr/>
          </p:nvSpPr>
          <p:spPr>
            <a:xfrm>
              <a:off x="1084350" y="1360785"/>
              <a:ext cx="183873" cy="17813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700" dirty="0"/>
                <a:t>TC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22112AB-02D5-B34D-929E-38AD61F8D05C}"/>
              </a:ext>
            </a:extLst>
          </p:cNvPr>
          <p:cNvGrpSpPr/>
          <p:nvPr/>
        </p:nvGrpSpPr>
        <p:grpSpPr>
          <a:xfrm>
            <a:off x="2627486" y="665020"/>
            <a:ext cx="605641" cy="926275"/>
            <a:chOff x="1003605" y="665020"/>
            <a:chExt cx="605641" cy="926275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24F8587-D1B5-9444-BE22-6F9B1CF561C3}"/>
                </a:ext>
              </a:extLst>
            </p:cNvPr>
            <p:cNvGrpSpPr/>
            <p:nvPr/>
          </p:nvGrpSpPr>
          <p:grpSpPr>
            <a:xfrm>
              <a:off x="1003605" y="665020"/>
              <a:ext cx="605641" cy="926275"/>
              <a:chOff x="1116281" y="641268"/>
              <a:chExt cx="605641" cy="926275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0FB0486-D156-5046-864F-8A75EF9A2EE6}"/>
                  </a:ext>
                </a:extLst>
              </p:cNvPr>
              <p:cNvSpPr/>
              <p:nvPr/>
            </p:nvSpPr>
            <p:spPr>
              <a:xfrm>
                <a:off x="1116281" y="641268"/>
                <a:ext cx="605641" cy="92627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SM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9E842083-5CA6-8D42-A169-299BB6C7A7E2}"/>
                  </a:ext>
                </a:extLst>
              </p:cNvPr>
              <p:cNvSpPr/>
              <p:nvPr/>
            </p:nvSpPr>
            <p:spPr>
              <a:xfrm>
                <a:off x="1223158" y="712519"/>
                <a:ext cx="391885" cy="17813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L1</a:t>
                </a:r>
              </a:p>
            </p:txBody>
          </p:sp>
        </p:grp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5250E9C-7423-A44B-AB7E-51DDF8F2A745}"/>
                </a:ext>
              </a:extLst>
            </p:cNvPr>
            <p:cNvSpPr/>
            <p:nvPr/>
          </p:nvSpPr>
          <p:spPr>
            <a:xfrm>
              <a:off x="1348968" y="1360785"/>
              <a:ext cx="183873" cy="17813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700" dirty="0"/>
                <a:t>CC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ABEBFB1-40D2-9B45-B00E-4AD10091F02C}"/>
                </a:ext>
              </a:extLst>
            </p:cNvPr>
            <p:cNvSpPr/>
            <p:nvPr/>
          </p:nvSpPr>
          <p:spPr>
            <a:xfrm>
              <a:off x="1084350" y="1360785"/>
              <a:ext cx="183873" cy="17813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700" dirty="0"/>
                <a:t>TC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741AB2B-274D-3349-B0FE-E5F8B8B1302A}"/>
              </a:ext>
            </a:extLst>
          </p:cNvPr>
          <p:cNvGrpSpPr/>
          <p:nvPr/>
        </p:nvGrpSpPr>
        <p:grpSpPr>
          <a:xfrm>
            <a:off x="991079" y="2136829"/>
            <a:ext cx="605641" cy="926275"/>
            <a:chOff x="1003605" y="665020"/>
            <a:chExt cx="605641" cy="926275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8A07F02F-24AE-0F4C-B3C2-74425B8A3CAD}"/>
                </a:ext>
              </a:extLst>
            </p:cNvPr>
            <p:cNvGrpSpPr/>
            <p:nvPr/>
          </p:nvGrpSpPr>
          <p:grpSpPr>
            <a:xfrm>
              <a:off x="1003605" y="665020"/>
              <a:ext cx="605641" cy="926275"/>
              <a:chOff x="1116281" y="641268"/>
              <a:chExt cx="605641" cy="926275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7017E6AF-8537-954A-A459-3DB287837F07}"/>
                  </a:ext>
                </a:extLst>
              </p:cNvPr>
              <p:cNvSpPr/>
              <p:nvPr/>
            </p:nvSpPr>
            <p:spPr>
              <a:xfrm>
                <a:off x="1116281" y="641268"/>
                <a:ext cx="605641" cy="92627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SM</a:t>
                </a: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12A0D242-C9FB-FC42-BB72-497EFA16770A}"/>
                  </a:ext>
                </a:extLst>
              </p:cNvPr>
              <p:cNvSpPr/>
              <p:nvPr/>
            </p:nvSpPr>
            <p:spPr>
              <a:xfrm>
                <a:off x="1223158" y="712519"/>
                <a:ext cx="391885" cy="17813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L1</a:t>
                </a:r>
              </a:p>
            </p:txBody>
          </p: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A9B0FEF-110C-404C-B641-B3BE15AF0F1D}"/>
                </a:ext>
              </a:extLst>
            </p:cNvPr>
            <p:cNvSpPr/>
            <p:nvPr/>
          </p:nvSpPr>
          <p:spPr>
            <a:xfrm>
              <a:off x="1348968" y="1360785"/>
              <a:ext cx="183873" cy="17813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700" dirty="0"/>
                <a:t>CC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89B2C7A-4A3C-FC4B-A6C6-FAFEAB39A41D}"/>
                </a:ext>
              </a:extLst>
            </p:cNvPr>
            <p:cNvSpPr/>
            <p:nvPr/>
          </p:nvSpPr>
          <p:spPr>
            <a:xfrm>
              <a:off x="1084350" y="1360785"/>
              <a:ext cx="183873" cy="17813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700" dirty="0"/>
                <a:t>TC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B127086-500D-5446-8DDF-BF77D9C73D50}"/>
              </a:ext>
            </a:extLst>
          </p:cNvPr>
          <p:cNvGrpSpPr/>
          <p:nvPr/>
        </p:nvGrpSpPr>
        <p:grpSpPr>
          <a:xfrm>
            <a:off x="1830323" y="2130566"/>
            <a:ext cx="605641" cy="926275"/>
            <a:chOff x="1003605" y="665020"/>
            <a:chExt cx="605641" cy="926275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73613B87-6F87-4042-AA3F-911C4DD2CAB4}"/>
                </a:ext>
              </a:extLst>
            </p:cNvPr>
            <p:cNvGrpSpPr/>
            <p:nvPr/>
          </p:nvGrpSpPr>
          <p:grpSpPr>
            <a:xfrm>
              <a:off x="1003605" y="665020"/>
              <a:ext cx="605641" cy="926275"/>
              <a:chOff x="1116281" y="641268"/>
              <a:chExt cx="605641" cy="926275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B7B3F6FE-6B91-BC4E-B9E0-FD7D32292A32}"/>
                  </a:ext>
                </a:extLst>
              </p:cNvPr>
              <p:cNvSpPr/>
              <p:nvPr/>
            </p:nvSpPr>
            <p:spPr>
              <a:xfrm>
                <a:off x="1116281" y="641268"/>
                <a:ext cx="605641" cy="92627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SM</a:t>
                </a: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C19FE2C4-99E2-2E4C-AD3B-34F2C1782892}"/>
                  </a:ext>
                </a:extLst>
              </p:cNvPr>
              <p:cNvSpPr/>
              <p:nvPr/>
            </p:nvSpPr>
            <p:spPr>
              <a:xfrm>
                <a:off x="1223158" y="712519"/>
                <a:ext cx="391885" cy="17813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L1</a:t>
                </a:r>
              </a:p>
            </p:txBody>
          </p:sp>
        </p:grp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18967E4-B1DB-8744-BB7F-47B9D84E329E}"/>
                </a:ext>
              </a:extLst>
            </p:cNvPr>
            <p:cNvSpPr/>
            <p:nvPr/>
          </p:nvSpPr>
          <p:spPr>
            <a:xfrm>
              <a:off x="1348968" y="1360785"/>
              <a:ext cx="183873" cy="17813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700" dirty="0"/>
                <a:t>CC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00F26E4-DE6D-8E4A-887F-5824A20BBEF9}"/>
                </a:ext>
              </a:extLst>
            </p:cNvPr>
            <p:cNvSpPr/>
            <p:nvPr/>
          </p:nvSpPr>
          <p:spPr>
            <a:xfrm>
              <a:off x="1084350" y="1360785"/>
              <a:ext cx="183873" cy="17813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700" dirty="0"/>
                <a:t>TC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CAF0A86-0C70-DA42-BEA4-928615F9CE6E}"/>
              </a:ext>
            </a:extLst>
          </p:cNvPr>
          <p:cNvGrpSpPr/>
          <p:nvPr/>
        </p:nvGrpSpPr>
        <p:grpSpPr>
          <a:xfrm>
            <a:off x="2614960" y="2136829"/>
            <a:ext cx="605641" cy="926275"/>
            <a:chOff x="1003605" y="665020"/>
            <a:chExt cx="605641" cy="926275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517273E5-D946-CF48-BD0B-185A8C89E8A8}"/>
                </a:ext>
              </a:extLst>
            </p:cNvPr>
            <p:cNvGrpSpPr/>
            <p:nvPr/>
          </p:nvGrpSpPr>
          <p:grpSpPr>
            <a:xfrm>
              <a:off x="1003605" y="665020"/>
              <a:ext cx="605641" cy="926275"/>
              <a:chOff x="1116281" y="641268"/>
              <a:chExt cx="605641" cy="926275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48D23696-87C0-D443-9337-CC9281586B24}"/>
                  </a:ext>
                </a:extLst>
              </p:cNvPr>
              <p:cNvSpPr/>
              <p:nvPr/>
            </p:nvSpPr>
            <p:spPr>
              <a:xfrm>
                <a:off x="1116281" y="641268"/>
                <a:ext cx="605641" cy="926275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SM</a:t>
                </a: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AFE102EF-FDBF-2749-80A2-F5A0289A517B}"/>
                  </a:ext>
                </a:extLst>
              </p:cNvPr>
              <p:cNvSpPr/>
              <p:nvPr/>
            </p:nvSpPr>
            <p:spPr>
              <a:xfrm>
                <a:off x="1223158" y="712519"/>
                <a:ext cx="391885" cy="17813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050" dirty="0"/>
                  <a:t>L1</a:t>
                </a:r>
              </a:p>
            </p:txBody>
          </p:sp>
        </p:grp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0E84D11D-705F-2640-9810-557056746F37}"/>
                </a:ext>
              </a:extLst>
            </p:cNvPr>
            <p:cNvSpPr/>
            <p:nvPr/>
          </p:nvSpPr>
          <p:spPr>
            <a:xfrm>
              <a:off x="1348968" y="1360785"/>
              <a:ext cx="183873" cy="17813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700" dirty="0"/>
                <a:t>CC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A40426C-AB52-B841-9F5C-005FE7FB7CDD}"/>
                </a:ext>
              </a:extLst>
            </p:cNvPr>
            <p:cNvSpPr/>
            <p:nvPr/>
          </p:nvSpPr>
          <p:spPr>
            <a:xfrm>
              <a:off x="1084350" y="1360785"/>
              <a:ext cx="183873" cy="17813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700" dirty="0"/>
                <a:t>TC</a:t>
              </a:r>
            </a:p>
          </p:txBody>
        </p: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CE0C3E3A-8700-C34C-A37B-4E75C4F0DB8E}"/>
              </a:ext>
            </a:extLst>
          </p:cNvPr>
          <p:cNvSpPr/>
          <p:nvPr/>
        </p:nvSpPr>
        <p:spPr>
          <a:xfrm>
            <a:off x="1003605" y="1659699"/>
            <a:ext cx="2229522" cy="3757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L2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41EC6885-64AA-D84C-84DE-78215F60E9D3}"/>
              </a:ext>
            </a:extLst>
          </p:cNvPr>
          <p:cNvSpPr/>
          <p:nvPr/>
        </p:nvSpPr>
        <p:spPr>
          <a:xfrm>
            <a:off x="3331923" y="658757"/>
            <a:ext cx="826718" cy="23980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dirty="0"/>
              <a:t>Global Memory</a:t>
            </a:r>
          </a:p>
        </p:txBody>
      </p:sp>
    </p:spTree>
    <p:extLst>
      <p:ext uri="{BB962C8B-B14F-4D97-AF65-F5344CB8AC3E}">
        <p14:creationId xmlns:p14="http://schemas.microsoft.com/office/powerpoint/2010/main" val="4195033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9" name="Group 1208">
            <a:extLst>
              <a:ext uri="{FF2B5EF4-FFF2-40B4-BE49-F238E27FC236}">
                <a16:creationId xmlns:a16="http://schemas.microsoft.com/office/drawing/2014/main" id="{7B7B09AC-E642-CB40-B00B-460AC5FBAC9C}"/>
              </a:ext>
            </a:extLst>
          </p:cNvPr>
          <p:cNvGrpSpPr/>
          <p:nvPr/>
        </p:nvGrpSpPr>
        <p:grpSpPr>
          <a:xfrm>
            <a:off x="1961622" y="466021"/>
            <a:ext cx="8307880" cy="6097600"/>
            <a:chOff x="1967885" y="466021"/>
            <a:chExt cx="8307880" cy="6097600"/>
          </a:xfrm>
          <a:solidFill>
            <a:schemeClr val="tx1">
              <a:lumMod val="65000"/>
              <a:lumOff val="35000"/>
            </a:schemeClr>
          </a:solidFill>
        </p:grpSpPr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577FFBB4-2F80-D240-8FEA-A51616A2BD50}"/>
                </a:ext>
              </a:extLst>
            </p:cNvPr>
            <p:cNvGrpSpPr/>
            <p:nvPr/>
          </p:nvGrpSpPr>
          <p:grpSpPr>
            <a:xfrm>
              <a:off x="1967885" y="4556344"/>
              <a:ext cx="6047245" cy="2007277"/>
              <a:chOff x="1258561" y="1143000"/>
              <a:chExt cx="6047245" cy="2007277"/>
            </a:xfrm>
            <a:grpFill/>
          </p:grpSpPr>
          <p:grpSp>
            <p:nvGrpSpPr>
              <p:cNvPr id="159" name="Group 158">
                <a:extLst>
                  <a:ext uri="{FF2B5EF4-FFF2-40B4-BE49-F238E27FC236}">
                    <a16:creationId xmlns:a16="http://schemas.microsoft.com/office/drawing/2014/main" id="{D9DF164C-5751-1F41-B929-75E3BB58E8E0}"/>
                  </a:ext>
                </a:extLst>
              </p:cNvPr>
              <p:cNvGrpSpPr/>
              <p:nvPr/>
            </p:nvGrpSpPr>
            <p:grpSpPr>
              <a:xfrm>
                <a:off x="2611677" y="1143000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8D35D59D-3762-2442-BC42-5483F4B12697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24" name="Cube 23">
                    <a:extLst>
                      <a:ext uri="{FF2B5EF4-FFF2-40B4-BE49-F238E27FC236}">
                        <a16:creationId xmlns:a16="http://schemas.microsoft.com/office/drawing/2014/main" id="{207B0901-CB4C-8A4A-AFB3-2FA20695C2EE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" name="Cube 24">
                    <a:extLst>
                      <a:ext uri="{FF2B5EF4-FFF2-40B4-BE49-F238E27FC236}">
                        <a16:creationId xmlns:a16="http://schemas.microsoft.com/office/drawing/2014/main" id="{8ACBB843-DCE2-214B-AF38-0ACA2B8FFC5B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" name="Cube 25">
                    <a:extLst>
                      <a:ext uri="{FF2B5EF4-FFF2-40B4-BE49-F238E27FC236}">
                        <a16:creationId xmlns:a16="http://schemas.microsoft.com/office/drawing/2014/main" id="{84ACB681-7D21-3A4F-9F21-351BE50E7928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5" name="Group 54">
                  <a:extLst>
                    <a:ext uri="{FF2B5EF4-FFF2-40B4-BE49-F238E27FC236}">
                      <a16:creationId xmlns:a16="http://schemas.microsoft.com/office/drawing/2014/main" id="{A2A7D0B6-623B-4A47-994D-AC8858FA86A5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56" name="Cube 55">
                    <a:extLst>
                      <a:ext uri="{FF2B5EF4-FFF2-40B4-BE49-F238E27FC236}">
                        <a16:creationId xmlns:a16="http://schemas.microsoft.com/office/drawing/2014/main" id="{5F8F18EF-731F-2440-B82D-2C71EBA1441B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7" name="Cube 56">
                    <a:extLst>
                      <a:ext uri="{FF2B5EF4-FFF2-40B4-BE49-F238E27FC236}">
                        <a16:creationId xmlns:a16="http://schemas.microsoft.com/office/drawing/2014/main" id="{A76845BE-C683-2D4E-9CB9-B2544BE52878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8" name="Cube 57">
                    <a:extLst>
                      <a:ext uri="{FF2B5EF4-FFF2-40B4-BE49-F238E27FC236}">
                        <a16:creationId xmlns:a16="http://schemas.microsoft.com/office/drawing/2014/main" id="{A8E5F343-A8FE-344B-B422-19BF6A2CAD08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8B5E9EB6-135D-E446-9CEA-2B9DAD6AE3CF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60" name="Cube 59">
                    <a:extLst>
                      <a:ext uri="{FF2B5EF4-FFF2-40B4-BE49-F238E27FC236}">
                        <a16:creationId xmlns:a16="http://schemas.microsoft.com/office/drawing/2014/main" id="{C9E331F8-C743-AA42-B424-2C63417E6BE6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1" name="Cube 60">
                    <a:extLst>
                      <a:ext uri="{FF2B5EF4-FFF2-40B4-BE49-F238E27FC236}">
                        <a16:creationId xmlns:a16="http://schemas.microsoft.com/office/drawing/2014/main" id="{43501115-1185-4C40-A7E1-0AC49568F2A4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2" name="Cube 61">
                    <a:extLst>
                      <a:ext uri="{FF2B5EF4-FFF2-40B4-BE49-F238E27FC236}">
                        <a16:creationId xmlns:a16="http://schemas.microsoft.com/office/drawing/2014/main" id="{EA6DAA16-5CA7-4A44-B1F1-D79AFDADC5D5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60" name="Group 159">
                <a:extLst>
                  <a:ext uri="{FF2B5EF4-FFF2-40B4-BE49-F238E27FC236}">
                    <a16:creationId xmlns:a16="http://schemas.microsoft.com/office/drawing/2014/main" id="{FC17D248-FA1D-134D-AB97-2A8915D26FF7}"/>
                  </a:ext>
                </a:extLst>
              </p:cNvPr>
              <p:cNvGrpSpPr/>
              <p:nvPr/>
            </p:nvGrpSpPr>
            <p:grpSpPr>
              <a:xfrm>
                <a:off x="2442535" y="1310142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161" name="Group 160">
                  <a:extLst>
                    <a:ext uri="{FF2B5EF4-FFF2-40B4-BE49-F238E27FC236}">
                      <a16:creationId xmlns:a16="http://schemas.microsoft.com/office/drawing/2014/main" id="{61B1AE35-76C2-4F4D-9D9A-CB0CD69F66E6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70" name="Cube 169">
                    <a:extLst>
                      <a:ext uri="{FF2B5EF4-FFF2-40B4-BE49-F238E27FC236}">
                        <a16:creationId xmlns:a16="http://schemas.microsoft.com/office/drawing/2014/main" id="{618B2B51-D17B-A744-B491-0DD17D61E4CF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1" name="Cube 170">
                    <a:extLst>
                      <a:ext uri="{FF2B5EF4-FFF2-40B4-BE49-F238E27FC236}">
                        <a16:creationId xmlns:a16="http://schemas.microsoft.com/office/drawing/2014/main" id="{D3B6077B-3FDA-734D-BF09-76BB641BD7CF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2" name="Cube 171">
                    <a:extLst>
                      <a:ext uri="{FF2B5EF4-FFF2-40B4-BE49-F238E27FC236}">
                        <a16:creationId xmlns:a16="http://schemas.microsoft.com/office/drawing/2014/main" id="{8B1D832F-EB87-524D-A690-8E8E6A560E8A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2" name="Group 161">
                  <a:extLst>
                    <a:ext uri="{FF2B5EF4-FFF2-40B4-BE49-F238E27FC236}">
                      <a16:creationId xmlns:a16="http://schemas.microsoft.com/office/drawing/2014/main" id="{E4627113-7778-AC41-AF5B-94167A90E8CB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67" name="Cube 166">
                    <a:extLst>
                      <a:ext uri="{FF2B5EF4-FFF2-40B4-BE49-F238E27FC236}">
                        <a16:creationId xmlns:a16="http://schemas.microsoft.com/office/drawing/2014/main" id="{CE00AC4C-6123-7843-8312-51CED2F6E74B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8" name="Cube 167">
                    <a:extLst>
                      <a:ext uri="{FF2B5EF4-FFF2-40B4-BE49-F238E27FC236}">
                        <a16:creationId xmlns:a16="http://schemas.microsoft.com/office/drawing/2014/main" id="{FA4BAF24-1AA8-E24F-858B-A814A4A370D7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9" name="Cube 168">
                    <a:extLst>
                      <a:ext uri="{FF2B5EF4-FFF2-40B4-BE49-F238E27FC236}">
                        <a16:creationId xmlns:a16="http://schemas.microsoft.com/office/drawing/2014/main" id="{8002F326-6167-C54B-845E-54F82D33F6D3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3" name="Group 162">
                  <a:extLst>
                    <a:ext uri="{FF2B5EF4-FFF2-40B4-BE49-F238E27FC236}">
                      <a16:creationId xmlns:a16="http://schemas.microsoft.com/office/drawing/2014/main" id="{76CE1588-87E3-BE4E-8084-C8AFDD1655AF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64" name="Cube 163">
                    <a:extLst>
                      <a:ext uri="{FF2B5EF4-FFF2-40B4-BE49-F238E27FC236}">
                        <a16:creationId xmlns:a16="http://schemas.microsoft.com/office/drawing/2014/main" id="{41DD3235-1BC2-B740-939C-81E8CDA376E9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5" name="Cube 164">
                    <a:extLst>
                      <a:ext uri="{FF2B5EF4-FFF2-40B4-BE49-F238E27FC236}">
                        <a16:creationId xmlns:a16="http://schemas.microsoft.com/office/drawing/2014/main" id="{43E1D429-23F0-0E42-9139-B34F5A34F388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6" name="Cube 165">
                    <a:extLst>
                      <a:ext uri="{FF2B5EF4-FFF2-40B4-BE49-F238E27FC236}">
                        <a16:creationId xmlns:a16="http://schemas.microsoft.com/office/drawing/2014/main" id="{D4696E05-F350-8643-A25F-1E96A98A7552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73" name="Group 172">
                <a:extLst>
                  <a:ext uri="{FF2B5EF4-FFF2-40B4-BE49-F238E27FC236}">
                    <a16:creationId xmlns:a16="http://schemas.microsoft.com/office/drawing/2014/main" id="{ABD0D01A-7ABA-5644-B81C-3FFF1F7209A8}"/>
                  </a:ext>
                </a:extLst>
              </p:cNvPr>
              <p:cNvGrpSpPr/>
              <p:nvPr/>
            </p:nvGrpSpPr>
            <p:grpSpPr>
              <a:xfrm>
                <a:off x="2273396" y="1477284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174" name="Group 173">
                  <a:extLst>
                    <a:ext uri="{FF2B5EF4-FFF2-40B4-BE49-F238E27FC236}">
                      <a16:creationId xmlns:a16="http://schemas.microsoft.com/office/drawing/2014/main" id="{D5621F95-5060-944F-9A1A-398F0032B2E9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83" name="Cube 182">
                    <a:extLst>
                      <a:ext uri="{FF2B5EF4-FFF2-40B4-BE49-F238E27FC236}">
                        <a16:creationId xmlns:a16="http://schemas.microsoft.com/office/drawing/2014/main" id="{FAA302CB-E6FD-9C40-9F88-039BA9FCDB78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4" name="Cube 183">
                    <a:extLst>
                      <a:ext uri="{FF2B5EF4-FFF2-40B4-BE49-F238E27FC236}">
                        <a16:creationId xmlns:a16="http://schemas.microsoft.com/office/drawing/2014/main" id="{FC453CF0-ECC9-684D-98E3-2BF9207A2666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5" name="Cube 184">
                    <a:extLst>
                      <a:ext uri="{FF2B5EF4-FFF2-40B4-BE49-F238E27FC236}">
                        <a16:creationId xmlns:a16="http://schemas.microsoft.com/office/drawing/2014/main" id="{2448AB4E-E1F1-5E4F-9B2F-8EB18F0E436E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5" name="Group 174">
                  <a:extLst>
                    <a:ext uri="{FF2B5EF4-FFF2-40B4-BE49-F238E27FC236}">
                      <a16:creationId xmlns:a16="http://schemas.microsoft.com/office/drawing/2014/main" id="{50777196-D466-3D44-BA96-DDE47E9877D3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80" name="Cube 179">
                    <a:extLst>
                      <a:ext uri="{FF2B5EF4-FFF2-40B4-BE49-F238E27FC236}">
                        <a16:creationId xmlns:a16="http://schemas.microsoft.com/office/drawing/2014/main" id="{B66EDA93-DD0C-434F-962C-E4EFB2986D25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1" name="Cube 180">
                    <a:extLst>
                      <a:ext uri="{FF2B5EF4-FFF2-40B4-BE49-F238E27FC236}">
                        <a16:creationId xmlns:a16="http://schemas.microsoft.com/office/drawing/2014/main" id="{94C276B3-E638-1447-B4EB-2EAB576ADA8B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2" name="Cube 181">
                    <a:extLst>
                      <a:ext uri="{FF2B5EF4-FFF2-40B4-BE49-F238E27FC236}">
                        <a16:creationId xmlns:a16="http://schemas.microsoft.com/office/drawing/2014/main" id="{A8CB8E63-1E2C-E541-85D4-1B17C645255F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6" name="Group 175">
                  <a:extLst>
                    <a:ext uri="{FF2B5EF4-FFF2-40B4-BE49-F238E27FC236}">
                      <a16:creationId xmlns:a16="http://schemas.microsoft.com/office/drawing/2014/main" id="{E3149C18-12FE-5241-8A5A-92D98B07B7DD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77" name="Cube 176">
                    <a:extLst>
                      <a:ext uri="{FF2B5EF4-FFF2-40B4-BE49-F238E27FC236}">
                        <a16:creationId xmlns:a16="http://schemas.microsoft.com/office/drawing/2014/main" id="{10B057B5-A238-7043-8DCD-95CE452FD6BD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8" name="Cube 177">
                    <a:extLst>
                      <a:ext uri="{FF2B5EF4-FFF2-40B4-BE49-F238E27FC236}">
                        <a16:creationId xmlns:a16="http://schemas.microsoft.com/office/drawing/2014/main" id="{88794219-FACF-1E48-B408-48305B26E9ED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9" name="Cube 178">
                    <a:extLst>
                      <a:ext uri="{FF2B5EF4-FFF2-40B4-BE49-F238E27FC236}">
                        <a16:creationId xmlns:a16="http://schemas.microsoft.com/office/drawing/2014/main" id="{97F34284-147F-6C41-87ED-10963DEA83AA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86" name="Group 185">
                <a:extLst>
                  <a:ext uri="{FF2B5EF4-FFF2-40B4-BE49-F238E27FC236}">
                    <a16:creationId xmlns:a16="http://schemas.microsoft.com/office/drawing/2014/main" id="{D72D0DA0-8D26-3241-9B0C-9AC59962017C}"/>
                  </a:ext>
                </a:extLst>
              </p:cNvPr>
              <p:cNvGrpSpPr/>
              <p:nvPr/>
            </p:nvGrpSpPr>
            <p:grpSpPr>
              <a:xfrm>
                <a:off x="2104257" y="1644426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187" name="Group 186">
                  <a:extLst>
                    <a:ext uri="{FF2B5EF4-FFF2-40B4-BE49-F238E27FC236}">
                      <a16:creationId xmlns:a16="http://schemas.microsoft.com/office/drawing/2014/main" id="{1D8A0273-389A-884D-82EF-7CB9BA2808CB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96" name="Cube 195">
                    <a:extLst>
                      <a:ext uri="{FF2B5EF4-FFF2-40B4-BE49-F238E27FC236}">
                        <a16:creationId xmlns:a16="http://schemas.microsoft.com/office/drawing/2014/main" id="{A988224D-5DE3-C04E-84B9-D308BAD409F9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7" name="Cube 196">
                    <a:extLst>
                      <a:ext uri="{FF2B5EF4-FFF2-40B4-BE49-F238E27FC236}">
                        <a16:creationId xmlns:a16="http://schemas.microsoft.com/office/drawing/2014/main" id="{CFAACED2-BD9A-0941-B29D-D631FDB857FA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8" name="Cube 197">
                    <a:extLst>
                      <a:ext uri="{FF2B5EF4-FFF2-40B4-BE49-F238E27FC236}">
                        <a16:creationId xmlns:a16="http://schemas.microsoft.com/office/drawing/2014/main" id="{01F69350-8C33-4B4E-9039-5EAD0ADDF33B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88" name="Group 187">
                  <a:extLst>
                    <a:ext uri="{FF2B5EF4-FFF2-40B4-BE49-F238E27FC236}">
                      <a16:creationId xmlns:a16="http://schemas.microsoft.com/office/drawing/2014/main" id="{6D95C642-983D-D94E-B3CB-4F0C6B1E1E5B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93" name="Cube 192">
                    <a:extLst>
                      <a:ext uri="{FF2B5EF4-FFF2-40B4-BE49-F238E27FC236}">
                        <a16:creationId xmlns:a16="http://schemas.microsoft.com/office/drawing/2014/main" id="{D0BD0A97-0CAE-9F49-8CCE-F65CAD881740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4" name="Cube 193">
                    <a:extLst>
                      <a:ext uri="{FF2B5EF4-FFF2-40B4-BE49-F238E27FC236}">
                        <a16:creationId xmlns:a16="http://schemas.microsoft.com/office/drawing/2014/main" id="{F392A0F1-1BF1-BD43-90F6-D8299E881DE9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5" name="Cube 194">
                    <a:extLst>
                      <a:ext uri="{FF2B5EF4-FFF2-40B4-BE49-F238E27FC236}">
                        <a16:creationId xmlns:a16="http://schemas.microsoft.com/office/drawing/2014/main" id="{307F8405-C9AF-B844-B09D-E02C10265A2A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89" name="Group 188">
                  <a:extLst>
                    <a:ext uri="{FF2B5EF4-FFF2-40B4-BE49-F238E27FC236}">
                      <a16:creationId xmlns:a16="http://schemas.microsoft.com/office/drawing/2014/main" id="{4DDE34FC-8E2A-BD4A-A76A-EC815A590D11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90" name="Cube 189">
                    <a:extLst>
                      <a:ext uri="{FF2B5EF4-FFF2-40B4-BE49-F238E27FC236}">
                        <a16:creationId xmlns:a16="http://schemas.microsoft.com/office/drawing/2014/main" id="{961A3299-5858-9545-A823-BCC087F26585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1" name="Cube 190">
                    <a:extLst>
                      <a:ext uri="{FF2B5EF4-FFF2-40B4-BE49-F238E27FC236}">
                        <a16:creationId xmlns:a16="http://schemas.microsoft.com/office/drawing/2014/main" id="{818F07CF-CD6A-B043-9AEB-A1716318DCA0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2" name="Cube 191">
                    <a:extLst>
                      <a:ext uri="{FF2B5EF4-FFF2-40B4-BE49-F238E27FC236}">
                        <a16:creationId xmlns:a16="http://schemas.microsoft.com/office/drawing/2014/main" id="{6D9F0BF7-72C5-9A4F-AB86-329ACC349D97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99" name="Group 198">
                <a:extLst>
                  <a:ext uri="{FF2B5EF4-FFF2-40B4-BE49-F238E27FC236}">
                    <a16:creationId xmlns:a16="http://schemas.microsoft.com/office/drawing/2014/main" id="{168824AE-783C-A246-B16A-793CA75770E5}"/>
                  </a:ext>
                </a:extLst>
              </p:cNvPr>
              <p:cNvGrpSpPr/>
              <p:nvPr/>
            </p:nvGrpSpPr>
            <p:grpSpPr>
              <a:xfrm>
                <a:off x="1935118" y="1811568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200" name="Group 199">
                  <a:extLst>
                    <a:ext uri="{FF2B5EF4-FFF2-40B4-BE49-F238E27FC236}">
                      <a16:creationId xmlns:a16="http://schemas.microsoft.com/office/drawing/2014/main" id="{48BC977B-653F-5D43-938D-337D00B91C1F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209" name="Cube 208">
                    <a:extLst>
                      <a:ext uri="{FF2B5EF4-FFF2-40B4-BE49-F238E27FC236}">
                        <a16:creationId xmlns:a16="http://schemas.microsoft.com/office/drawing/2014/main" id="{86B8B0E9-55D3-AD40-83F6-604ECB2552C4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0" name="Cube 209">
                    <a:extLst>
                      <a:ext uri="{FF2B5EF4-FFF2-40B4-BE49-F238E27FC236}">
                        <a16:creationId xmlns:a16="http://schemas.microsoft.com/office/drawing/2014/main" id="{426B8455-DA85-AA44-820D-691FF7188715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1" name="Cube 210">
                    <a:extLst>
                      <a:ext uri="{FF2B5EF4-FFF2-40B4-BE49-F238E27FC236}">
                        <a16:creationId xmlns:a16="http://schemas.microsoft.com/office/drawing/2014/main" id="{0B7E291D-13EB-1948-9DEE-A08CF2111485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01" name="Group 200">
                  <a:extLst>
                    <a:ext uri="{FF2B5EF4-FFF2-40B4-BE49-F238E27FC236}">
                      <a16:creationId xmlns:a16="http://schemas.microsoft.com/office/drawing/2014/main" id="{400B5043-E547-7B43-B269-53C26AFEAEE0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206" name="Cube 205">
                    <a:extLst>
                      <a:ext uri="{FF2B5EF4-FFF2-40B4-BE49-F238E27FC236}">
                        <a16:creationId xmlns:a16="http://schemas.microsoft.com/office/drawing/2014/main" id="{0E368374-BFD8-5542-873D-9C9263990E3F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7" name="Cube 206">
                    <a:extLst>
                      <a:ext uri="{FF2B5EF4-FFF2-40B4-BE49-F238E27FC236}">
                        <a16:creationId xmlns:a16="http://schemas.microsoft.com/office/drawing/2014/main" id="{8031858C-8E06-E84A-B772-87AAF58700D7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8" name="Cube 207">
                    <a:extLst>
                      <a:ext uri="{FF2B5EF4-FFF2-40B4-BE49-F238E27FC236}">
                        <a16:creationId xmlns:a16="http://schemas.microsoft.com/office/drawing/2014/main" id="{E7FEBC3F-6961-4642-8525-740C74276F98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02" name="Group 201">
                  <a:extLst>
                    <a:ext uri="{FF2B5EF4-FFF2-40B4-BE49-F238E27FC236}">
                      <a16:creationId xmlns:a16="http://schemas.microsoft.com/office/drawing/2014/main" id="{E661DD96-EAB4-8645-907F-99200D49F5FB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203" name="Cube 202">
                    <a:extLst>
                      <a:ext uri="{FF2B5EF4-FFF2-40B4-BE49-F238E27FC236}">
                        <a16:creationId xmlns:a16="http://schemas.microsoft.com/office/drawing/2014/main" id="{9B4125A8-4FB5-5146-8D16-C6305EA997A1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4" name="Cube 203">
                    <a:extLst>
                      <a:ext uri="{FF2B5EF4-FFF2-40B4-BE49-F238E27FC236}">
                        <a16:creationId xmlns:a16="http://schemas.microsoft.com/office/drawing/2014/main" id="{BA1CA67C-680C-874B-A985-ED56FD12BF39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5" name="Cube 204">
                    <a:extLst>
                      <a:ext uri="{FF2B5EF4-FFF2-40B4-BE49-F238E27FC236}">
                        <a16:creationId xmlns:a16="http://schemas.microsoft.com/office/drawing/2014/main" id="{96245EE2-C4AE-3D46-BB8A-FBB48BC305C7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212" name="Group 211">
                <a:extLst>
                  <a:ext uri="{FF2B5EF4-FFF2-40B4-BE49-F238E27FC236}">
                    <a16:creationId xmlns:a16="http://schemas.microsoft.com/office/drawing/2014/main" id="{6190FFB2-3FB8-A445-A909-97ADACC1A5CB}"/>
                  </a:ext>
                </a:extLst>
              </p:cNvPr>
              <p:cNvGrpSpPr/>
              <p:nvPr/>
            </p:nvGrpSpPr>
            <p:grpSpPr>
              <a:xfrm>
                <a:off x="1765979" y="1978710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213" name="Group 212">
                  <a:extLst>
                    <a:ext uri="{FF2B5EF4-FFF2-40B4-BE49-F238E27FC236}">
                      <a16:creationId xmlns:a16="http://schemas.microsoft.com/office/drawing/2014/main" id="{3671C414-6EC0-7C44-A632-90FCE8B240B1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222" name="Cube 221">
                    <a:extLst>
                      <a:ext uri="{FF2B5EF4-FFF2-40B4-BE49-F238E27FC236}">
                        <a16:creationId xmlns:a16="http://schemas.microsoft.com/office/drawing/2014/main" id="{07B561BC-6067-1049-B5A1-BCD2C4BF2F1A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3" name="Cube 222">
                    <a:extLst>
                      <a:ext uri="{FF2B5EF4-FFF2-40B4-BE49-F238E27FC236}">
                        <a16:creationId xmlns:a16="http://schemas.microsoft.com/office/drawing/2014/main" id="{A91186E4-341B-AB4F-931B-4E9F9250604F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4" name="Cube 223">
                    <a:extLst>
                      <a:ext uri="{FF2B5EF4-FFF2-40B4-BE49-F238E27FC236}">
                        <a16:creationId xmlns:a16="http://schemas.microsoft.com/office/drawing/2014/main" id="{84702F90-EDC4-2045-9576-F41ADCBF77F4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14" name="Group 213">
                  <a:extLst>
                    <a:ext uri="{FF2B5EF4-FFF2-40B4-BE49-F238E27FC236}">
                      <a16:creationId xmlns:a16="http://schemas.microsoft.com/office/drawing/2014/main" id="{9B3518B6-4296-7C4C-9F56-BE6A5456C146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219" name="Cube 218">
                    <a:extLst>
                      <a:ext uri="{FF2B5EF4-FFF2-40B4-BE49-F238E27FC236}">
                        <a16:creationId xmlns:a16="http://schemas.microsoft.com/office/drawing/2014/main" id="{020A2076-A592-2443-8D56-FFEEC7F82418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0" name="Cube 219">
                    <a:extLst>
                      <a:ext uri="{FF2B5EF4-FFF2-40B4-BE49-F238E27FC236}">
                        <a16:creationId xmlns:a16="http://schemas.microsoft.com/office/drawing/2014/main" id="{D6CF889C-3F83-1F49-82EE-611EFA91F6E2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1" name="Cube 220">
                    <a:extLst>
                      <a:ext uri="{FF2B5EF4-FFF2-40B4-BE49-F238E27FC236}">
                        <a16:creationId xmlns:a16="http://schemas.microsoft.com/office/drawing/2014/main" id="{E134DAA6-B887-674C-A4A2-094EE4FA0ED8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15" name="Group 214">
                  <a:extLst>
                    <a:ext uri="{FF2B5EF4-FFF2-40B4-BE49-F238E27FC236}">
                      <a16:creationId xmlns:a16="http://schemas.microsoft.com/office/drawing/2014/main" id="{B9C761B6-6A65-2246-82D5-E0B3978955E9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216" name="Cube 215">
                    <a:extLst>
                      <a:ext uri="{FF2B5EF4-FFF2-40B4-BE49-F238E27FC236}">
                        <a16:creationId xmlns:a16="http://schemas.microsoft.com/office/drawing/2014/main" id="{4FB1E8CF-2E3F-8F49-8E67-80FD0A67214D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7" name="Cube 216">
                    <a:extLst>
                      <a:ext uri="{FF2B5EF4-FFF2-40B4-BE49-F238E27FC236}">
                        <a16:creationId xmlns:a16="http://schemas.microsoft.com/office/drawing/2014/main" id="{3993E793-648D-7947-B6CC-DC605B29F574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8" name="Cube 217">
                    <a:extLst>
                      <a:ext uri="{FF2B5EF4-FFF2-40B4-BE49-F238E27FC236}">
                        <a16:creationId xmlns:a16="http://schemas.microsoft.com/office/drawing/2014/main" id="{620EE95B-9F37-144B-A391-FF89672BFB5C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225" name="Group 224">
                <a:extLst>
                  <a:ext uri="{FF2B5EF4-FFF2-40B4-BE49-F238E27FC236}">
                    <a16:creationId xmlns:a16="http://schemas.microsoft.com/office/drawing/2014/main" id="{1444589A-39C2-204D-BDE0-F01F4065C542}"/>
                  </a:ext>
                </a:extLst>
              </p:cNvPr>
              <p:cNvGrpSpPr/>
              <p:nvPr/>
            </p:nvGrpSpPr>
            <p:grpSpPr>
              <a:xfrm>
                <a:off x="1596840" y="2145852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226" name="Group 225">
                  <a:extLst>
                    <a:ext uri="{FF2B5EF4-FFF2-40B4-BE49-F238E27FC236}">
                      <a16:creationId xmlns:a16="http://schemas.microsoft.com/office/drawing/2014/main" id="{B07742BB-85CE-044B-8C18-2B51BE22C362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235" name="Cube 234">
                    <a:extLst>
                      <a:ext uri="{FF2B5EF4-FFF2-40B4-BE49-F238E27FC236}">
                        <a16:creationId xmlns:a16="http://schemas.microsoft.com/office/drawing/2014/main" id="{199248E1-0293-A44C-9426-2EF1CAC82047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6" name="Cube 235">
                    <a:extLst>
                      <a:ext uri="{FF2B5EF4-FFF2-40B4-BE49-F238E27FC236}">
                        <a16:creationId xmlns:a16="http://schemas.microsoft.com/office/drawing/2014/main" id="{CA4D0A4F-7906-4142-B879-F757A53AD1E2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7" name="Cube 236">
                    <a:extLst>
                      <a:ext uri="{FF2B5EF4-FFF2-40B4-BE49-F238E27FC236}">
                        <a16:creationId xmlns:a16="http://schemas.microsoft.com/office/drawing/2014/main" id="{5C413AFC-D743-E748-8109-57795A8620AC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27" name="Group 226">
                  <a:extLst>
                    <a:ext uri="{FF2B5EF4-FFF2-40B4-BE49-F238E27FC236}">
                      <a16:creationId xmlns:a16="http://schemas.microsoft.com/office/drawing/2014/main" id="{A8B6267E-4DE1-6948-88EC-42EAA5CBFF4C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232" name="Cube 231">
                    <a:extLst>
                      <a:ext uri="{FF2B5EF4-FFF2-40B4-BE49-F238E27FC236}">
                        <a16:creationId xmlns:a16="http://schemas.microsoft.com/office/drawing/2014/main" id="{1605B008-57C5-3547-AFEB-58FC9C61DC14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3" name="Cube 232">
                    <a:extLst>
                      <a:ext uri="{FF2B5EF4-FFF2-40B4-BE49-F238E27FC236}">
                        <a16:creationId xmlns:a16="http://schemas.microsoft.com/office/drawing/2014/main" id="{C59A06BF-1766-E343-8D50-3A6200DFA17C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4" name="Cube 233">
                    <a:extLst>
                      <a:ext uri="{FF2B5EF4-FFF2-40B4-BE49-F238E27FC236}">
                        <a16:creationId xmlns:a16="http://schemas.microsoft.com/office/drawing/2014/main" id="{CAB8649A-A98D-324F-863B-4DACCEB13BF4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28" name="Group 227">
                  <a:extLst>
                    <a:ext uri="{FF2B5EF4-FFF2-40B4-BE49-F238E27FC236}">
                      <a16:creationId xmlns:a16="http://schemas.microsoft.com/office/drawing/2014/main" id="{90C32579-43FF-2C42-9F56-64E980A795EB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229" name="Cube 228">
                    <a:extLst>
                      <a:ext uri="{FF2B5EF4-FFF2-40B4-BE49-F238E27FC236}">
                        <a16:creationId xmlns:a16="http://schemas.microsoft.com/office/drawing/2014/main" id="{6FB41FD0-985B-2343-A810-7ECBF76D03FF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0" name="Cube 229">
                    <a:extLst>
                      <a:ext uri="{FF2B5EF4-FFF2-40B4-BE49-F238E27FC236}">
                        <a16:creationId xmlns:a16="http://schemas.microsoft.com/office/drawing/2014/main" id="{B6EC5DD2-A614-D749-8C17-5DA53C20537F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31" name="Cube 230">
                    <a:extLst>
                      <a:ext uri="{FF2B5EF4-FFF2-40B4-BE49-F238E27FC236}">
                        <a16:creationId xmlns:a16="http://schemas.microsoft.com/office/drawing/2014/main" id="{8E4FD1A5-B317-1746-84D3-E7B71D2AA9B0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238" name="Group 237">
                <a:extLst>
                  <a:ext uri="{FF2B5EF4-FFF2-40B4-BE49-F238E27FC236}">
                    <a16:creationId xmlns:a16="http://schemas.microsoft.com/office/drawing/2014/main" id="{8283714C-D53E-D24A-8721-A00283AD403A}"/>
                  </a:ext>
                </a:extLst>
              </p:cNvPr>
              <p:cNvGrpSpPr/>
              <p:nvPr/>
            </p:nvGrpSpPr>
            <p:grpSpPr>
              <a:xfrm>
                <a:off x="1427700" y="2312994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239" name="Group 238">
                  <a:extLst>
                    <a:ext uri="{FF2B5EF4-FFF2-40B4-BE49-F238E27FC236}">
                      <a16:creationId xmlns:a16="http://schemas.microsoft.com/office/drawing/2014/main" id="{C8D31EA3-6792-6747-BE54-AD859C44C600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248" name="Cube 247">
                    <a:extLst>
                      <a:ext uri="{FF2B5EF4-FFF2-40B4-BE49-F238E27FC236}">
                        <a16:creationId xmlns:a16="http://schemas.microsoft.com/office/drawing/2014/main" id="{264DBB18-BA55-9441-A6ED-50B1FDE8C09E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9" name="Cube 248">
                    <a:extLst>
                      <a:ext uri="{FF2B5EF4-FFF2-40B4-BE49-F238E27FC236}">
                        <a16:creationId xmlns:a16="http://schemas.microsoft.com/office/drawing/2014/main" id="{C9C0F62F-65F7-2846-9B65-C96B11474735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0" name="Cube 249">
                    <a:extLst>
                      <a:ext uri="{FF2B5EF4-FFF2-40B4-BE49-F238E27FC236}">
                        <a16:creationId xmlns:a16="http://schemas.microsoft.com/office/drawing/2014/main" id="{789419AF-FAF4-0343-B625-FCE4AC66C687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40" name="Group 239">
                  <a:extLst>
                    <a:ext uri="{FF2B5EF4-FFF2-40B4-BE49-F238E27FC236}">
                      <a16:creationId xmlns:a16="http://schemas.microsoft.com/office/drawing/2014/main" id="{F31C8EFB-8B9E-7842-A8E5-B958C609BBA6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245" name="Cube 244">
                    <a:extLst>
                      <a:ext uri="{FF2B5EF4-FFF2-40B4-BE49-F238E27FC236}">
                        <a16:creationId xmlns:a16="http://schemas.microsoft.com/office/drawing/2014/main" id="{64D14DC9-90DE-D541-9B54-0A69930B91A7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6" name="Cube 245">
                    <a:extLst>
                      <a:ext uri="{FF2B5EF4-FFF2-40B4-BE49-F238E27FC236}">
                        <a16:creationId xmlns:a16="http://schemas.microsoft.com/office/drawing/2014/main" id="{198401BA-13B3-5143-882A-0483C7C4E2B3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7" name="Cube 246">
                    <a:extLst>
                      <a:ext uri="{FF2B5EF4-FFF2-40B4-BE49-F238E27FC236}">
                        <a16:creationId xmlns:a16="http://schemas.microsoft.com/office/drawing/2014/main" id="{00CDC733-91DD-C242-B352-3CA79FE837DB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41" name="Group 240">
                  <a:extLst>
                    <a:ext uri="{FF2B5EF4-FFF2-40B4-BE49-F238E27FC236}">
                      <a16:creationId xmlns:a16="http://schemas.microsoft.com/office/drawing/2014/main" id="{4EDD0040-B4F7-4940-BA41-113EB63AEC6C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242" name="Cube 241">
                    <a:extLst>
                      <a:ext uri="{FF2B5EF4-FFF2-40B4-BE49-F238E27FC236}">
                        <a16:creationId xmlns:a16="http://schemas.microsoft.com/office/drawing/2014/main" id="{3DB52C93-4759-4149-8E62-0E96088F37E6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3" name="Cube 242">
                    <a:extLst>
                      <a:ext uri="{FF2B5EF4-FFF2-40B4-BE49-F238E27FC236}">
                        <a16:creationId xmlns:a16="http://schemas.microsoft.com/office/drawing/2014/main" id="{A5DD0E90-F3D2-2A4B-86C2-4CF1D5BC9927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4" name="Cube 243">
                    <a:extLst>
                      <a:ext uri="{FF2B5EF4-FFF2-40B4-BE49-F238E27FC236}">
                        <a16:creationId xmlns:a16="http://schemas.microsoft.com/office/drawing/2014/main" id="{908B6C3E-099A-8644-932C-B7BBDD7C40E4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251" name="Group 250">
                <a:extLst>
                  <a:ext uri="{FF2B5EF4-FFF2-40B4-BE49-F238E27FC236}">
                    <a16:creationId xmlns:a16="http://schemas.microsoft.com/office/drawing/2014/main" id="{D4B530CA-C920-964A-9D58-37DE4738A6E2}"/>
                  </a:ext>
                </a:extLst>
              </p:cNvPr>
              <p:cNvGrpSpPr/>
              <p:nvPr/>
            </p:nvGrpSpPr>
            <p:grpSpPr>
              <a:xfrm>
                <a:off x="1258561" y="2480134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252" name="Group 251">
                  <a:extLst>
                    <a:ext uri="{FF2B5EF4-FFF2-40B4-BE49-F238E27FC236}">
                      <a16:creationId xmlns:a16="http://schemas.microsoft.com/office/drawing/2014/main" id="{E49A4595-1B43-074C-BFE1-11CAD7DAB7E0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261" name="Cube 260">
                    <a:extLst>
                      <a:ext uri="{FF2B5EF4-FFF2-40B4-BE49-F238E27FC236}">
                        <a16:creationId xmlns:a16="http://schemas.microsoft.com/office/drawing/2014/main" id="{6DB4F492-FE91-E94F-9BDD-C54F3DFAAEC4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2" name="Cube 261">
                    <a:extLst>
                      <a:ext uri="{FF2B5EF4-FFF2-40B4-BE49-F238E27FC236}">
                        <a16:creationId xmlns:a16="http://schemas.microsoft.com/office/drawing/2014/main" id="{37AE785B-2863-4840-B81B-E2404EEC4846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3" name="Cube 262">
                    <a:extLst>
                      <a:ext uri="{FF2B5EF4-FFF2-40B4-BE49-F238E27FC236}">
                        <a16:creationId xmlns:a16="http://schemas.microsoft.com/office/drawing/2014/main" id="{BFF67FD6-4E6B-AC4E-BB78-ECE4CFB0609A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53" name="Group 252">
                  <a:extLst>
                    <a:ext uri="{FF2B5EF4-FFF2-40B4-BE49-F238E27FC236}">
                      <a16:creationId xmlns:a16="http://schemas.microsoft.com/office/drawing/2014/main" id="{D96BCFFA-5CC7-A247-9151-98BC3DD8DCCC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258" name="Cube 257">
                    <a:extLst>
                      <a:ext uri="{FF2B5EF4-FFF2-40B4-BE49-F238E27FC236}">
                        <a16:creationId xmlns:a16="http://schemas.microsoft.com/office/drawing/2014/main" id="{9FB816FE-B069-F445-8B46-B90E1E054342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9" name="Cube 258">
                    <a:extLst>
                      <a:ext uri="{FF2B5EF4-FFF2-40B4-BE49-F238E27FC236}">
                        <a16:creationId xmlns:a16="http://schemas.microsoft.com/office/drawing/2014/main" id="{8C47B725-9A9A-5C41-95C3-CD78F8691E63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0" name="Cube 259">
                    <a:extLst>
                      <a:ext uri="{FF2B5EF4-FFF2-40B4-BE49-F238E27FC236}">
                        <a16:creationId xmlns:a16="http://schemas.microsoft.com/office/drawing/2014/main" id="{37EDB387-D557-7B45-8671-F06A4E94341E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54" name="Group 253">
                  <a:extLst>
                    <a:ext uri="{FF2B5EF4-FFF2-40B4-BE49-F238E27FC236}">
                      <a16:creationId xmlns:a16="http://schemas.microsoft.com/office/drawing/2014/main" id="{CC435443-B80E-C04A-B967-1504891C8A30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255" name="Cube 254">
                    <a:extLst>
                      <a:ext uri="{FF2B5EF4-FFF2-40B4-BE49-F238E27FC236}">
                        <a16:creationId xmlns:a16="http://schemas.microsoft.com/office/drawing/2014/main" id="{D03D17C4-7E70-0149-B1A8-CF3E3B0FCC11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6" name="Cube 255">
                    <a:extLst>
                      <a:ext uri="{FF2B5EF4-FFF2-40B4-BE49-F238E27FC236}">
                        <a16:creationId xmlns:a16="http://schemas.microsoft.com/office/drawing/2014/main" id="{698D0191-CE2E-ED48-A970-35F03EB7BA81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7" name="Cube 256">
                    <a:extLst>
                      <a:ext uri="{FF2B5EF4-FFF2-40B4-BE49-F238E27FC236}">
                        <a16:creationId xmlns:a16="http://schemas.microsoft.com/office/drawing/2014/main" id="{803026AE-15DD-E546-879F-3FFE741B5A6B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  <p:grpSp>
          <p:nvGrpSpPr>
            <p:cNvPr id="265" name="Group 264">
              <a:extLst>
                <a:ext uri="{FF2B5EF4-FFF2-40B4-BE49-F238E27FC236}">
                  <a16:creationId xmlns:a16="http://schemas.microsoft.com/office/drawing/2014/main" id="{B5CB25B9-CB42-9744-9767-F29856A9205B}"/>
                </a:ext>
              </a:extLst>
            </p:cNvPr>
            <p:cNvGrpSpPr/>
            <p:nvPr/>
          </p:nvGrpSpPr>
          <p:grpSpPr>
            <a:xfrm>
              <a:off x="1967885" y="4045051"/>
              <a:ext cx="6047245" cy="2007277"/>
              <a:chOff x="1258561" y="1143000"/>
              <a:chExt cx="6047245" cy="2007277"/>
            </a:xfrm>
            <a:grpFill/>
          </p:grpSpPr>
          <p:grpSp>
            <p:nvGrpSpPr>
              <p:cNvPr id="266" name="Group 265">
                <a:extLst>
                  <a:ext uri="{FF2B5EF4-FFF2-40B4-BE49-F238E27FC236}">
                    <a16:creationId xmlns:a16="http://schemas.microsoft.com/office/drawing/2014/main" id="{AC38FC8F-7B4B-6B4F-9EF3-4218092E1FC3}"/>
                  </a:ext>
                </a:extLst>
              </p:cNvPr>
              <p:cNvGrpSpPr/>
              <p:nvPr/>
            </p:nvGrpSpPr>
            <p:grpSpPr>
              <a:xfrm>
                <a:off x="2611677" y="1143000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371" name="Group 370">
                  <a:extLst>
                    <a:ext uri="{FF2B5EF4-FFF2-40B4-BE49-F238E27FC236}">
                      <a16:creationId xmlns:a16="http://schemas.microsoft.com/office/drawing/2014/main" id="{6081EC18-1D07-D94B-BFCB-ADB8648F8076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380" name="Cube 379">
                    <a:extLst>
                      <a:ext uri="{FF2B5EF4-FFF2-40B4-BE49-F238E27FC236}">
                        <a16:creationId xmlns:a16="http://schemas.microsoft.com/office/drawing/2014/main" id="{8BE99A20-19DF-9147-866E-109619BFAE8D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81" name="Cube 380">
                    <a:extLst>
                      <a:ext uri="{FF2B5EF4-FFF2-40B4-BE49-F238E27FC236}">
                        <a16:creationId xmlns:a16="http://schemas.microsoft.com/office/drawing/2014/main" id="{6BFFAE58-C732-0545-BCFE-26C0475172DD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82" name="Cube 381">
                    <a:extLst>
                      <a:ext uri="{FF2B5EF4-FFF2-40B4-BE49-F238E27FC236}">
                        <a16:creationId xmlns:a16="http://schemas.microsoft.com/office/drawing/2014/main" id="{3CA8896E-94B3-C240-B0C3-078E7056E3D2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72" name="Group 371">
                  <a:extLst>
                    <a:ext uri="{FF2B5EF4-FFF2-40B4-BE49-F238E27FC236}">
                      <a16:creationId xmlns:a16="http://schemas.microsoft.com/office/drawing/2014/main" id="{8C6EF8DF-D3A6-9545-96CF-9D14933DE52D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377" name="Cube 376">
                    <a:extLst>
                      <a:ext uri="{FF2B5EF4-FFF2-40B4-BE49-F238E27FC236}">
                        <a16:creationId xmlns:a16="http://schemas.microsoft.com/office/drawing/2014/main" id="{27221547-D8F4-CF48-A395-3FBABF4E9D40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78" name="Cube 377">
                    <a:extLst>
                      <a:ext uri="{FF2B5EF4-FFF2-40B4-BE49-F238E27FC236}">
                        <a16:creationId xmlns:a16="http://schemas.microsoft.com/office/drawing/2014/main" id="{F120F7A2-8770-D242-9438-A8F92B9D7E39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79" name="Cube 378">
                    <a:extLst>
                      <a:ext uri="{FF2B5EF4-FFF2-40B4-BE49-F238E27FC236}">
                        <a16:creationId xmlns:a16="http://schemas.microsoft.com/office/drawing/2014/main" id="{213ECB73-5893-9F41-967D-7124543A4A2D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73" name="Group 372">
                  <a:extLst>
                    <a:ext uri="{FF2B5EF4-FFF2-40B4-BE49-F238E27FC236}">
                      <a16:creationId xmlns:a16="http://schemas.microsoft.com/office/drawing/2014/main" id="{D9C6D633-798B-D44F-8A82-3DFD89A1A82A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374" name="Cube 373">
                    <a:extLst>
                      <a:ext uri="{FF2B5EF4-FFF2-40B4-BE49-F238E27FC236}">
                        <a16:creationId xmlns:a16="http://schemas.microsoft.com/office/drawing/2014/main" id="{B3A9E2E8-5C92-DF46-8EA9-DC0CABD5B59D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75" name="Cube 374">
                    <a:extLst>
                      <a:ext uri="{FF2B5EF4-FFF2-40B4-BE49-F238E27FC236}">
                        <a16:creationId xmlns:a16="http://schemas.microsoft.com/office/drawing/2014/main" id="{5E3853B8-B0C8-9744-98D9-6608F2E871AA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76" name="Cube 375">
                    <a:extLst>
                      <a:ext uri="{FF2B5EF4-FFF2-40B4-BE49-F238E27FC236}">
                        <a16:creationId xmlns:a16="http://schemas.microsoft.com/office/drawing/2014/main" id="{23504AFE-C424-2641-B42E-3F27C2CF7598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267" name="Group 266">
                <a:extLst>
                  <a:ext uri="{FF2B5EF4-FFF2-40B4-BE49-F238E27FC236}">
                    <a16:creationId xmlns:a16="http://schemas.microsoft.com/office/drawing/2014/main" id="{CBEE364E-A82A-A245-BB0F-87FB044B8F72}"/>
                  </a:ext>
                </a:extLst>
              </p:cNvPr>
              <p:cNvGrpSpPr/>
              <p:nvPr/>
            </p:nvGrpSpPr>
            <p:grpSpPr>
              <a:xfrm>
                <a:off x="2442535" y="1310142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359" name="Group 358">
                  <a:extLst>
                    <a:ext uri="{FF2B5EF4-FFF2-40B4-BE49-F238E27FC236}">
                      <a16:creationId xmlns:a16="http://schemas.microsoft.com/office/drawing/2014/main" id="{7FA3FD3F-005E-E547-B0E4-BC7037D5CC26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368" name="Cube 367">
                    <a:extLst>
                      <a:ext uri="{FF2B5EF4-FFF2-40B4-BE49-F238E27FC236}">
                        <a16:creationId xmlns:a16="http://schemas.microsoft.com/office/drawing/2014/main" id="{07432F25-B18C-C64A-BFD3-82DA633E4CE5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69" name="Cube 368">
                    <a:extLst>
                      <a:ext uri="{FF2B5EF4-FFF2-40B4-BE49-F238E27FC236}">
                        <a16:creationId xmlns:a16="http://schemas.microsoft.com/office/drawing/2014/main" id="{CAFF3AA9-6C57-6848-980C-56084D55C89F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70" name="Cube 369">
                    <a:extLst>
                      <a:ext uri="{FF2B5EF4-FFF2-40B4-BE49-F238E27FC236}">
                        <a16:creationId xmlns:a16="http://schemas.microsoft.com/office/drawing/2014/main" id="{A9268024-ACE6-1148-89FF-4DDDD7509561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60" name="Group 359">
                  <a:extLst>
                    <a:ext uri="{FF2B5EF4-FFF2-40B4-BE49-F238E27FC236}">
                      <a16:creationId xmlns:a16="http://schemas.microsoft.com/office/drawing/2014/main" id="{60A8C3DB-8529-454E-88D2-3ED93736D70C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365" name="Cube 364">
                    <a:extLst>
                      <a:ext uri="{FF2B5EF4-FFF2-40B4-BE49-F238E27FC236}">
                        <a16:creationId xmlns:a16="http://schemas.microsoft.com/office/drawing/2014/main" id="{7998196C-651D-5D49-8B43-11968A5B2335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66" name="Cube 365">
                    <a:extLst>
                      <a:ext uri="{FF2B5EF4-FFF2-40B4-BE49-F238E27FC236}">
                        <a16:creationId xmlns:a16="http://schemas.microsoft.com/office/drawing/2014/main" id="{0FEECB89-AFE9-3D42-AEF3-963226DC761C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67" name="Cube 366">
                    <a:extLst>
                      <a:ext uri="{FF2B5EF4-FFF2-40B4-BE49-F238E27FC236}">
                        <a16:creationId xmlns:a16="http://schemas.microsoft.com/office/drawing/2014/main" id="{11187E77-260F-7A44-90CA-E675C5567ABE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61" name="Group 360">
                  <a:extLst>
                    <a:ext uri="{FF2B5EF4-FFF2-40B4-BE49-F238E27FC236}">
                      <a16:creationId xmlns:a16="http://schemas.microsoft.com/office/drawing/2014/main" id="{67E9C876-FB45-3B4E-8DAC-B577480ACA39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362" name="Cube 361">
                    <a:extLst>
                      <a:ext uri="{FF2B5EF4-FFF2-40B4-BE49-F238E27FC236}">
                        <a16:creationId xmlns:a16="http://schemas.microsoft.com/office/drawing/2014/main" id="{DCC117D7-1ABA-6E41-AF9D-6836B41D21D2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63" name="Cube 362">
                    <a:extLst>
                      <a:ext uri="{FF2B5EF4-FFF2-40B4-BE49-F238E27FC236}">
                        <a16:creationId xmlns:a16="http://schemas.microsoft.com/office/drawing/2014/main" id="{1DD112CA-ABC0-D642-A084-37A46158CFFD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64" name="Cube 363">
                    <a:extLst>
                      <a:ext uri="{FF2B5EF4-FFF2-40B4-BE49-F238E27FC236}">
                        <a16:creationId xmlns:a16="http://schemas.microsoft.com/office/drawing/2014/main" id="{735C9182-1C43-DB4A-BCBD-399AD17CAAB7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268" name="Group 267">
                <a:extLst>
                  <a:ext uri="{FF2B5EF4-FFF2-40B4-BE49-F238E27FC236}">
                    <a16:creationId xmlns:a16="http://schemas.microsoft.com/office/drawing/2014/main" id="{7190EE8D-AE46-554C-9E01-3FFAC0856E48}"/>
                  </a:ext>
                </a:extLst>
              </p:cNvPr>
              <p:cNvGrpSpPr/>
              <p:nvPr/>
            </p:nvGrpSpPr>
            <p:grpSpPr>
              <a:xfrm>
                <a:off x="2273396" y="1477284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347" name="Group 346">
                  <a:extLst>
                    <a:ext uri="{FF2B5EF4-FFF2-40B4-BE49-F238E27FC236}">
                      <a16:creationId xmlns:a16="http://schemas.microsoft.com/office/drawing/2014/main" id="{5E97911D-0F84-D341-BCA3-38573183BF88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356" name="Cube 355">
                    <a:extLst>
                      <a:ext uri="{FF2B5EF4-FFF2-40B4-BE49-F238E27FC236}">
                        <a16:creationId xmlns:a16="http://schemas.microsoft.com/office/drawing/2014/main" id="{F01802EE-A8AD-6A44-BDA8-A66D14A020F1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57" name="Cube 356">
                    <a:extLst>
                      <a:ext uri="{FF2B5EF4-FFF2-40B4-BE49-F238E27FC236}">
                        <a16:creationId xmlns:a16="http://schemas.microsoft.com/office/drawing/2014/main" id="{57195972-C778-6446-82ED-4E74CA0CEBF5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58" name="Cube 357">
                    <a:extLst>
                      <a:ext uri="{FF2B5EF4-FFF2-40B4-BE49-F238E27FC236}">
                        <a16:creationId xmlns:a16="http://schemas.microsoft.com/office/drawing/2014/main" id="{1F69CE27-02ED-5B48-BD8B-6E31162689A4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48" name="Group 347">
                  <a:extLst>
                    <a:ext uri="{FF2B5EF4-FFF2-40B4-BE49-F238E27FC236}">
                      <a16:creationId xmlns:a16="http://schemas.microsoft.com/office/drawing/2014/main" id="{9D822ECC-9DB8-5D4B-9150-7F43C805C26E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353" name="Cube 352">
                    <a:extLst>
                      <a:ext uri="{FF2B5EF4-FFF2-40B4-BE49-F238E27FC236}">
                        <a16:creationId xmlns:a16="http://schemas.microsoft.com/office/drawing/2014/main" id="{B1D02F13-4E89-314B-8D4E-83D3CC20843B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54" name="Cube 353">
                    <a:extLst>
                      <a:ext uri="{FF2B5EF4-FFF2-40B4-BE49-F238E27FC236}">
                        <a16:creationId xmlns:a16="http://schemas.microsoft.com/office/drawing/2014/main" id="{2FA1FBCE-2458-B84A-AC27-1C499972F46A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55" name="Cube 354">
                    <a:extLst>
                      <a:ext uri="{FF2B5EF4-FFF2-40B4-BE49-F238E27FC236}">
                        <a16:creationId xmlns:a16="http://schemas.microsoft.com/office/drawing/2014/main" id="{A8DFF386-FBAE-114E-966F-F8A521E5BF4D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49" name="Group 348">
                  <a:extLst>
                    <a:ext uri="{FF2B5EF4-FFF2-40B4-BE49-F238E27FC236}">
                      <a16:creationId xmlns:a16="http://schemas.microsoft.com/office/drawing/2014/main" id="{C4C131B8-34CC-2248-A9BB-11F776585573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350" name="Cube 349">
                    <a:extLst>
                      <a:ext uri="{FF2B5EF4-FFF2-40B4-BE49-F238E27FC236}">
                        <a16:creationId xmlns:a16="http://schemas.microsoft.com/office/drawing/2014/main" id="{095AC610-D043-284B-833C-97502829635A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51" name="Cube 350">
                    <a:extLst>
                      <a:ext uri="{FF2B5EF4-FFF2-40B4-BE49-F238E27FC236}">
                        <a16:creationId xmlns:a16="http://schemas.microsoft.com/office/drawing/2014/main" id="{B24A62CE-6442-4D46-97AD-70B8006B9987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52" name="Cube 351">
                    <a:extLst>
                      <a:ext uri="{FF2B5EF4-FFF2-40B4-BE49-F238E27FC236}">
                        <a16:creationId xmlns:a16="http://schemas.microsoft.com/office/drawing/2014/main" id="{B10B9209-B0A7-5448-A70F-0340C92EEFCB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269" name="Group 268">
                <a:extLst>
                  <a:ext uri="{FF2B5EF4-FFF2-40B4-BE49-F238E27FC236}">
                    <a16:creationId xmlns:a16="http://schemas.microsoft.com/office/drawing/2014/main" id="{B0F61EDF-D391-0845-92BA-026A6ACD2910}"/>
                  </a:ext>
                </a:extLst>
              </p:cNvPr>
              <p:cNvGrpSpPr/>
              <p:nvPr/>
            </p:nvGrpSpPr>
            <p:grpSpPr>
              <a:xfrm>
                <a:off x="2104257" y="1644426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335" name="Group 334">
                  <a:extLst>
                    <a:ext uri="{FF2B5EF4-FFF2-40B4-BE49-F238E27FC236}">
                      <a16:creationId xmlns:a16="http://schemas.microsoft.com/office/drawing/2014/main" id="{EF5C7028-0885-1348-A8A9-87E831FB7071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344" name="Cube 343">
                    <a:extLst>
                      <a:ext uri="{FF2B5EF4-FFF2-40B4-BE49-F238E27FC236}">
                        <a16:creationId xmlns:a16="http://schemas.microsoft.com/office/drawing/2014/main" id="{9309FBEA-9688-2743-93C9-EE08C02D2D7A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45" name="Cube 344">
                    <a:extLst>
                      <a:ext uri="{FF2B5EF4-FFF2-40B4-BE49-F238E27FC236}">
                        <a16:creationId xmlns:a16="http://schemas.microsoft.com/office/drawing/2014/main" id="{AF35778E-8731-454C-B305-1F9451A1BC7C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46" name="Cube 345">
                    <a:extLst>
                      <a:ext uri="{FF2B5EF4-FFF2-40B4-BE49-F238E27FC236}">
                        <a16:creationId xmlns:a16="http://schemas.microsoft.com/office/drawing/2014/main" id="{E3E64D58-C36C-0945-B13F-2962EB6CC637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36" name="Group 335">
                  <a:extLst>
                    <a:ext uri="{FF2B5EF4-FFF2-40B4-BE49-F238E27FC236}">
                      <a16:creationId xmlns:a16="http://schemas.microsoft.com/office/drawing/2014/main" id="{5EB054AD-89D1-8845-8361-EB0DADB11ECE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341" name="Cube 340">
                    <a:extLst>
                      <a:ext uri="{FF2B5EF4-FFF2-40B4-BE49-F238E27FC236}">
                        <a16:creationId xmlns:a16="http://schemas.microsoft.com/office/drawing/2014/main" id="{0A251C1A-FAEA-6F40-BD09-428053473195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42" name="Cube 341">
                    <a:extLst>
                      <a:ext uri="{FF2B5EF4-FFF2-40B4-BE49-F238E27FC236}">
                        <a16:creationId xmlns:a16="http://schemas.microsoft.com/office/drawing/2014/main" id="{E6D55A8B-259E-2E4F-87CE-3227065DD26F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43" name="Cube 342">
                    <a:extLst>
                      <a:ext uri="{FF2B5EF4-FFF2-40B4-BE49-F238E27FC236}">
                        <a16:creationId xmlns:a16="http://schemas.microsoft.com/office/drawing/2014/main" id="{50875324-F0CE-6446-8477-50E379679B0E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37" name="Group 336">
                  <a:extLst>
                    <a:ext uri="{FF2B5EF4-FFF2-40B4-BE49-F238E27FC236}">
                      <a16:creationId xmlns:a16="http://schemas.microsoft.com/office/drawing/2014/main" id="{9DA58745-F572-7D4F-A7C8-022865A083FE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338" name="Cube 337">
                    <a:extLst>
                      <a:ext uri="{FF2B5EF4-FFF2-40B4-BE49-F238E27FC236}">
                        <a16:creationId xmlns:a16="http://schemas.microsoft.com/office/drawing/2014/main" id="{E5591FF3-CF48-0949-98A5-7534C462393C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39" name="Cube 338">
                    <a:extLst>
                      <a:ext uri="{FF2B5EF4-FFF2-40B4-BE49-F238E27FC236}">
                        <a16:creationId xmlns:a16="http://schemas.microsoft.com/office/drawing/2014/main" id="{7FD687B9-2A50-7C46-87C2-35B194798BD4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40" name="Cube 339">
                    <a:extLst>
                      <a:ext uri="{FF2B5EF4-FFF2-40B4-BE49-F238E27FC236}">
                        <a16:creationId xmlns:a16="http://schemas.microsoft.com/office/drawing/2014/main" id="{CB1CC429-23C8-4542-B787-F73863410BFB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270" name="Group 269">
                <a:extLst>
                  <a:ext uri="{FF2B5EF4-FFF2-40B4-BE49-F238E27FC236}">
                    <a16:creationId xmlns:a16="http://schemas.microsoft.com/office/drawing/2014/main" id="{4FF507EE-F897-5C40-9FDB-513E82F39358}"/>
                  </a:ext>
                </a:extLst>
              </p:cNvPr>
              <p:cNvGrpSpPr/>
              <p:nvPr/>
            </p:nvGrpSpPr>
            <p:grpSpPr>
              <a:xfrm>
                <a:off x="1935118" y="1811568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323" name="Group 322">
                  <a:extLst>
                    <a:ext uri="{FF2B5EF4-FFF2-40B4-BE49-F238E27FC236}">
                      <a16:creationId xmlns:a16="http://schemas.microsoft.com/office/drawing/2014/main" id="{9D2125B3-0922-6947-A8B8-C067460AD32D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332" name="Cube 331">
                    <a:extLst>
                      <a:ext uri="{FF2B5EF4-FFF2-40B4-BE49-F238E27FC236}">
                        <a16:creationId xmlns:a16="http://schemas.microsoft.com/office/drawing/2014/main" id="{40868DD5-4FC0-E14C-9502-59C846B57939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33" name="Cube 332">
                    <a:extLst>
                      <a:ext uri="{FF2B5EF4-FFF2-40B4-BE49-F238E27FC236}">
                        <a16:creationId xmlns:a16="http://schemas.microsoft.com/office/drawing/2014/main" id="{4277D2EB-1D3E-2845-8192-A260BEC04032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34" name="Cube 333">
                    <a:extLst>
                      <a:ext uri="{FF2B5EF4-FFF2-40B4-BE49-F238E27FC236}">
                        <a16:creationId xmlns:a16="http://schemas.microsoft.com/office/drawing/2014/main" id="{498592A0-9FAE-C943-8646-076D7623B06F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24" name="Group 323">
                  <a:extLst>
                    <a:ext uri="{FF2B5EF4-FFF2-40B4-BE49-F238E27FC236}">
                      <a16:creationId xmlns:a16="http://schemas.microsoft.com/office/drawing/2014/main" id="{EF3E1E76-8D3C-824D-BF44-204876C236A8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329" name="Cube 328">
                    <a:extLst>
                      <a:ext uri="{FF2B5EF4-FFF2-40B4-BE49-F238E27FC236}">
                        <a16:creationId xmlns:a16="http://schemas.microsoft.com/office/drawing/2014/main" id="{2F04CFE6-E6B8-2545-8B48-BBCE7B41BE38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30" name="Cube 329">
                    <a:extLst>
                      <a:ext uri="{FF2B5EF4-FFF2-40B4-BE49-F238E27FC236}">
                        <a16:creationId xmlns:a16="http://schemas.microsoft.com/office/drawing/2014/main" id="{6AA35602-9897-8E4A-8AF4-00074C444755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31" name="Cube 330">
                    <a:extLst>
                      <a:ext uri="{FF2B5EF4-FFF2-40B4-BE49-F238E27FC236}">
                        <a16:creationId xmlns:a16="http://schemas.microsoft.com/office/drawing/2014/main" id="{E9D565B0-CEF4-D946-83EC-97133AE4D683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25" name="Group 324">
                  <a:extLst>
                    <a:ext uri="{FF2B5EF4-FFF2-40B4-BE49-F238E27FC236}">
                      <a16:creationId xmlns:a16="http://schemas.microsoft.com/office/drawing/2014/main" id="{68B6CD37-42C9-A241-BDB3-A41E504340EE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326" name="Cube 325">
                    <a:extLst>
                      <a:ext uri="{FF2B5EF4-FFF2-40B4-BE49-F238E27FC236}">
                        <a16:creationId xmlns:a16="http://schemas.microsoft.com/office/drawing/2014/main" id="{1E2454FF-0289-B74C-9100-0E43CB1B6CB4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27" name="Cube 326">
                    <a:extLst>
                      <a:ext uri="{FF2B5EF4-FFF2-40B4-BE49-F238E27FC236}">
                        <a16:creationId xmlns:a16="http://schemas.microsoft.com/office/drawing/2014/main" id="{6C0E06F3-4DC2-AF4F-901C-FE6892D31A84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28" name="Cube 327">
                    <a:extLst>
                      <a:ext uri="{FF2B5EF4-FFF2-40B4-BE49-F238E27FC236}">
                        <a16:creationId xmlns:a16="http://schemas.microsoft.com/office/drawing/2014/main" id="{E90EFAE6-F926-0B42-A20E-1594CD9E9BA9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271" name="Group 270">
                <a:extLst>
                  <a:ext uri="{FF2B5EF4-FFF2-40B4-BE49-F238E27FC236}">
                    <a16:creationId xmlns:a16="http://schemas.microsoft.com/office/drawing/2014/main" id="{7DF9AD0D-0C70-E943-9077-63158472D77A}"/>
                  </a:ext>
                </a:extLst>
              </p:cNvPr>
              <p:cNvGrpSpPr/>
              <p:nvPr/>
            </p:nvGrpSpPr>
            <p:grpSpPr>
              <a:xfrm>
                <a:off x="1765979" y="1978710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311" name="Group 310">
                  <a:extLst>
                    <a:ext uri="{FF2B5EF4-FFF2-40B4-BE49-F238E27FC236}">
                      <a16:creationId xmlns:a16="http://schemas.microsoft.com/office/drawing/2014/main" id="{B3AECC62-CBD2-644D-9209-ADE253E239A1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320" name="Cube 319">
                    <a:extLst>
                      <a:ext uri="{FF2B5EF4-FFF2-40B4-BE49-F238E27FC236}">
                        <a16:creationId xmlns:a16="http://schemas.microsoft.com/office/drawing/2014/main" id="{14E44B01-B4EA-6B44-B79D-115ADC89DFF7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21" name="Cube 320">
                    <a:extLst>
                      <a:ext uri="{FF2B5EF4-FFF2-40B4-BE49-F238E27FC236}">
                        <a16:creationId xmlns:a16="http://schemas.microsoft.com/office/drawing/2014/main" id="{AC0A3861-21F8-5447-A612-D37D2AB62BC5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22" name="Cube 321">
                    <a:extLst>
                      <a:ext uri="{FF2B5EF4-FFF2-40B4-BE49-F238E27FC236}">
                        <a16:creationId xmlns:a16="http://schemas.microsoft.com/office/drawing/2014/main" id="{145ABF6E-1BC6-C44F-AD87-AD92BCC40FF2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12" name="Group 311">
                  <a:extLst>
                    <a:ext uri="{FF2B5EF4-FFF2-40B4-BE49-F238E27FC236}">
                      <a16:creationId xmlns:a16="http://schemas.microsoft.com/office/drawing/2014/main" id="{7A05A358-EAEB-5741-BE65-842C6E6967F1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317" name="Cube 316">
                    <a:extLst>
                      <a:ext uri="{FF2B5EF4-FFF2-40B4-BE49-F238E27FC236}">
                        <a16:creationId xmlns:a16="http://schemas.microsoft.com/office/drawing/2014/main" id="{1B1F88A8-1AC1-2940-AE28-A2E69921F36A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8" name="Cube 317">
                    <a:extLst>
                      <a:ext uri="{FF2B5EF4-FFF2-40B4-BE49-F238E27FC236}">
                        <a16:creationId xmlns:a16="http://schemas.microsoft.com/office/drawing/2014/main" id="{FE259D83-3565-F940-B1EC-9CCEBEA29FD5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9" name="Cube 318">
                    <a:extLst>
                      <a:ext uri="{FF2B5EF4-FFF2-40B4-BE49-F238E27FC236}">
                        <a16:creationId xmlns:a16="http://schemas.microsoft.com/office/drawing/2014/main" id="{7C9EC7A1-D542-5D4D-BA72-3544A989F55C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13" name="Group 312">
                  <a:extLst>
                    <a:ext uri="{FF2B5EF4-FFF2-40B4-BE49-F238E27FC236}">
                      <a16:creationId xmlns:a16="http://schemas.microsoft.com/office/drawing/2014/main" id="{470AC462-57FD-1A45-8980-AB5D89DBFB1A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314" name="Cube 313">
                    <a:extLst>
                      <a:ext uri="{FF2B5EF4-FFF2-40B4-BE49-F238E27FC236}">
                        <a16:creationId xmlns:a16="http://schemas.microsoft.com/office/drawing/2014/main" id="{D9D09CC9-9B13-EF4A-BDDD-DFDFA2A3E218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5" name="Cube 314">
                    <a:extLst>
                      <a:ext uri="{FF2B5EF4-FFF2-40B4-BE49-F238E27FC236}">
                        <a16:creationId xmlns:a16="http://schemas.microsoft.com/office/drawing/2014/main" id="{A0DFF8DC-15F1-D543-B1F7-ABC0A7D42089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6" name="Cube 315">
                    <a:extLst>
                      <a:ext uri="{FF2B5EF4-FFF2-40B4-BE49-F238E27FC236}">
                        <a16:creationId xmlns:a16="http://schemas.microsoft.com/office/drawing/2014/main" id="{0E593FD4-F199-7445-9A29-27E6D1C682CD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272" name="Group 271">
                <a:extLst>
                  <a:ext uri="{FF2B5EF4-FFF2-40B4-BE49-F238E27FC236}">
                    <a16:creationId xmlns:a16="http://schemas.microsoft.com/office/drawing/2014/main" id="{B39A2A90-C9B7-764B-9A83-1CE8DEBAD28A}"/>
                  </a:ext>
                </a:extLst>
              </p:cNvPr>
              <p:cNvGrpSpPr/>
              <p:nvPr/>
            </p:nvGrpSpPr>
            <p:grpSpPr>
              <a:xfrm>
                <a:off x="1596840" y="2145852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299" name="Group 298">
                  <a:extLst>
                    <a:ext uri="{FF2B5EF4-FFF2-40B4-BE49-F238E27FC236}">
                      <a16:creationId xmlns:a16="http://schemas.microsoft.com/office/drawing/2014/main" id="{2BE6DA98-B822-6340-A386-6DE606DDE544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308" name="Cube 307">
                    <a:extLst>
                      <a:ext uri="{FF2B5EF4-FFF2-40B4-BE49-F238E27FC236}">
                        <a16:creationId xmlns:a16="http://schemas.microsoft.com/office/drawing/2014/main" id="{091D41FE-7F73-3E45-8D83-04E9C97CCF8A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9" name="Cube 308">
                    <a:extLst>
                      <a:ext uri="{FF2B5EF4-FFF2-40B4-BE49-F238E27FC236}">
                        <a16:creationId xmlns:a16="http://schemas.microsoft.com/office/drawing/2014/main" id="{08D1EC49-B69D-C848-8C90-F384EBCD07F0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0" name="Cube 309">
                    <a:extLst>
                      <a:ext uri="{FF2B5EF4-FFF2-40B4-BE49-F238E27FC236}">
                        <a16:creationId xmlns:a16="http://schemas.microsoft.com/office/drawing/2014/main" id="{1341DE7F-BF29-0742-82B5-9D783D1BD3AC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00" name="Group 299">
                  <a:extLst>
                    <a:ext uri="{FF2B5EF4-FFF2-40B4-BE49-F238E27FC236}">
                      <a16:creationId xmlns:a16="http://schemas.microsoft.com/office/drawing/2014/main" id="{0B078198-D0F1-0241-A4B9-519C013C5586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305" name="Cube 304">
                    <a:extLst>
                      <a:ext uri="{FF2B5EF4-FFF2-40B4-BE49-F238E27FC236}">
                        <a16:creationId xmlns:a16="http://schemas.microsoft.com/office/drawing/2014/main" id="{A0183F36-AE7B-594F-8610-F4B7E93B756C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6" name="Cube 305">
                    <a:extLst>
                      <a:ext uri="{FF2B5EF4-FFF2-40B4-BE49-F238E27FC236}">
                        <a16:creationId xmlns:a16="http://schemas.microsoft.com/office/drawing/2014/main" id="{7E4E204A-9070-AD47-9024-F760D8DBBBE1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7" name="Cube 306">
                    <a:extLst>
                      <a:ext uri="{FF2B5EF4-FFF2-40B4-BE49-F238E27FC236}">
                        <a16:creationId xmlns:a16="http://schemas.microsoft.com/office/drawing/2014/main" id="{D82EE858-F739-C544-9FAD-AA9A83A9622E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01" name="Group 300">
                  <a:extLst>
                    <a:ext uri="{FF2B5EF4-FFF2-40B4-BE49-F238E27FC236}">
                      <a16:creationId xmlns:a16="http://schemas.microsoft.com/office/drawing/2014/main" id="{688118C0-30DB-7D42-BD38-338D4682D20E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302" name="Cube 301">
                    <a:extLst>
                      <a:ext uri="{FF2B5EF4-FFF2-40B4-BE49-F238E27FC236}">
                        <a16:creationId xmlns:a16="http://schemas.microsoft.com/office/drawing/2014/main" id="{A5D9B860-3CE1-C246-A722-CB103F61AA34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3" name="Cube 302">
                    <a:extLst>
                      <a:ext uri="{FF2B5EF4-FFF2-40B4-BE49-F238E27FC236}">
                        <a16:creationId xmlns:a16="http://schemas.microsoft.com/office/drawing/2014/main" id="{FBA891B6-B727-204F-A257-76EF1C9534CC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4" name="Cube 303">
                    <a:extLst>
                      <a:ext uri="{FF2B5EF4-FFF2-40B4-BE49-F238E27FC236}">
                        <a16:creationId xmlns:a16="http://schemas.microsoft.com/office/drawing/2014/main" id="{37F1B85C-CF0D-F64D-A478-89C3A4AB4F49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273" name="Group 272">
                <a:extLst>
                  <a:ext uri="{FF2B5EF4-FFF2-40B4-BE49-F238E27FC236}">
                    <a16:creationId xmlns:a16="http://schemas.microsoft.com/office/drawing/2014/main" id="{D57549D5-2B64-4B4D-8499-B8F41AB95FF7}"/>
                  </a:ext>
                </a:extLst>
              </p:cNvPr>
              <p:cNvGrpSpPr/>
              <p:nvPr/>
            </p:nvGrpSpPr>
            <p:grpSpPr>
              <a:xfrm>
                <a:off x="1427700" y="2312994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287" name="Group 286">
                  <a:extLst>
                    <a:ext uri="{FF2B5EF4-FFF2-40B4-BE49-F238E27FC236}">
                      <a16:creationId xmlns:a16="http://schemas.microsoft.com/office/drawing/2014/main" id="{0349BB24-99CE-2D4E-B21F-3DC45FE5EA3A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296" name="Cube 295">
                    <a:extLst>
                      <a:ext uri="{FF2B5EF4-FFF2-40B4-BE49-F238E27FC236}">
                        <a16:creationId xmlns:a16="http://schemas.microsoft.com/office/drawing/2014/main" id="{C585DF7C-A602-804C-B655-4AF9B3A63CD1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7" name="Cube 296">
                    <a:extLst>
                      <a:ext uri="{FF2B5EF4-FFF2-40B4-BE49-F238E27FC236}">
                        <a16:creationId xmlns:a16="http://schemas.microsoft.com/office/drawing/2014/main" id="{FC1E5FD4-6484-4E49-8641-F2BD4DF0DCAA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8" name="Cube 297">
                    <a:extLst>
                      <a:ext uri="{FF2B5EF4-FFF2-40B4-BE49-F238E27FC236}">
                        <a16:creationId xmlns:a16="http://schemas.microsoft.com/office/drawing/2014/main" id="{38CF5881-04A7-8C4D-934D-356B766785CC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88" name="Group 287">
                  <a:extLst>
                    <a:ext uri="{FF2B5EF4-FFF2-40B4-BE49-F238E27FC236}">
                      <a16:creationId xmlns:a16="http://schemas.microsoft.com/office/drawing/2014/main" id="{F794C797-CEEC-0449-A076-53435D29018E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293" name="Cube 292">
                    <a:extLst>
                      <a:ext uri="{FF2B5EF4-FFF2-40B4-BE49-F238E27FC236}">
                        <a16:creationId xmlns:a16="http://schemas.microsoft.com/office/drawing/2014/main" id="{2F3FE431-5257-B648-BDBC-A22A9D5F3B3F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4" name="Cube 293">
                    <a:extLst>
                      <a:ext uri="{FF2B5EF4-FFF2-40B4-BE49-F238E27FC236}">
                        <a16:creationId xmlns:a16="http://schemas.microsoft.com/office/drawing/2014/main" id="{5ED73D29-AAB5-5746-BA43-19A55FB48D05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5" name="Cube 294">
                    <a:extLst>
                      <a:ext uri="{FF2B5EF4-FFF2-40B4-BE49-F238E27FC236}">
                        <a16:creationId xmlns:a16="http://schemas.microsoft.com/office/drawing/2014/main" id="{FDB980B9-B82F-0348-99CF-3CCD43A9130A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89" name="Group 288">
                  <a:extLst>
                    <a:ext uri="{FF2B5EF4-FFF2-40B4-BE49-F238E27FC236}">
                      <a16:creationId xmlns:a16="http://schemas.microsoft.com/office/drawing/2014/main" id="{112B3243-1640-5049-B1FC-2D981C453D95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290" name="Cube 289">
                    <a:extLst>
                      <a:ext uri="{FF2B5EF4-FFF2-40B4-BE49-F238E27FC236}">
                        <a16:creationId xmlns:a16="http://schemas.microsoft.com/office/drawing/2014/main" id="{B32F2637-1323-5F4E-9ECC-7D3D87A3F468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1" name="Cube 290">
                    <a:extLst>
                      <a:ext uri="{FF2B5EF4-FFF2-40B4-BE49-F238E27FC236}">
                        <a16:creationId xmlns:a16="http://schemas.microsoft.com/office/drawing/2014/main" id="{40663D2A-D73E-C241-BDDE-F9CCE7878C60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2" name="Cube 291">
                    <a:extLst>
                      <a:ext uri="{FF2B5EF4-FFF2-40B4-BE49-F238E27FC236}">
                        <a16:creationId xmlns:a16="http://schemas.microsoft.com/office/drawing/2014/main" id="{94B6EA06-CEFA-D54E-984A-E27EDCDAB1E0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274" name="Group 273">
                <a:extLst>
                  <a:ext uri="{FF2B5EF4-FFF2-40B4-BE49-F238E27FC236}">
                    <a16:creationId xmlns:a16="http://schemas.microsoft.com/office/drawing/2014/main" id="{AFAA6584-A934-7E47-B248-2D868C52BF78}"/>
                  </a:ext>
                </a:extLst>
              </p:cNvPr>
              <p:cNvGrpSpPr/>
              <p:nvPr/>
            </p:nvGrpSpPr>
            <p:grpSpPr>
              <a:xfrm>
                <a:off x="1258561" y="2480134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275" name="Group 274">
                  <a:extLst>
                    <a:ext uri="{FF2B5EF4-FFF2-40B4-BE49-F238E27FC236}">
                      <a16:creationId xmlns:a16="http://schemas.microsoft.com/office/drawing/2014/main" id="{75CC8398-D436-5342-AFDC-C167401F3159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284" name="Cube 283">
                    <a:extLst>
                      <a:ext uri="{FF2B5EF4-FFF2-40B4-BE49-F238E27FC236}">
                        <a16:creationId xmlns:a16="http://schemas.microsoft.com/office/drawing/2014/main" id="{B8BE71A8-2D83-2E4A-B6AE-52E50F0EDED3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5" name="Cube 284">
                    <a:extLst>
                      <a:ext uri="{FF2B5EF4-FFF2-40B4-BE49-F238E27FC236}">
                        <a16:creationId xmlns:a16="http://schemas.microsoft.com/office/drawing/2014/main" id="{9402C140-2068-6A46-B01D-28E9C785D4B8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6" name="Cube 285">
                    <a:extLst>
                      <a:ext uri="{FF2B5EF4-FFF2-40B4-BE49-F238E27FC236}">
                        <a16:creationId xmlns:a16="http://schemas.microsoft.com/office/drawing/2014/main" id="{5A8403B0-389E-CA45-8459-3F8915FA961F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76" name="Group 275">
                  <a:extLst>
                    <a:ext uri="{FF2B5EF4-FFF2-40B4-BE49-F238E27FC236}">
                      <a16:creationId xmlns:a16="http://schemas.microsoft.com/office/drawing/2014/main" id="{8C364995-187D-FB43-BC28-B9B06AB6006E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281" name="Cube 280">
                    <a:extLst>
                      <a:ext uri="{FF2B5EF4-FFF2-40B4-BE49-F238E27FC236}">
                        <a16:creationId xmlns:a16="http://schemas.microsoft.com/office/drawing/2014/main" id="{F7E7AD5E-9A39-EF44-883C-7B2748A557F7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2" name="Cube 281">
                    <a:extLst>
                      <a:ext uri="{FF2B5EF4-FFF2-40B4-BE49-F238E27FC236}">
                        <a16:creationId xmlns:a16="http://schemas.microsoft.com/office/drawing/2014/main" id="{22BA7404-D0A4-6A43-A89F-D053B588F6A5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3" name="Cube 282">
                    <a:extLst>
                      <a:ext uri="{FF2B5EF4-FFF2-40B4-BE49-F238E27FC236}">
                        <a16:creationId xmlns:a16="http://schemas.microsoft.com/office/drawing/2014/main" id="{E5E10BFC-B099-F845-9FD8-4394906BBFF6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77" name="Group 276">
                  <a:extLst>
                    <a:ext uri="{FF2B5EF4-FFF2-40B4-BE49-F238E27FC236}">
                      <a16:creationId xmlns:a16="http://schemas.microsoft.com/office/drawing/2014/main" id="{D956C090-9F9E-A641-9A1E-DF0A25A8272C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278" name="Cube 277">
                    <a:extLst>
                      <a:ext uri="{FF2B5EF4-FFF2-40B4-BE49-F238E27FC236}">
                        <a16:creationId xmlns:a16="http://schemas.microsoft.com/office/drawing/2014/main" id="{88A6B360-2FF8-EF45-B52C-EF778B030806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9" name="Cube 278">
                    <a:extLst>
                      <a:ext uri="{FF2B5EF4-FFF2-40B4-BE49-F238E27FC236}">
                        <a16:creationId xmlns:a16="http://schemas.microsoft.com/office/drawing/2014/main" id="{7F39AA59-B885-214E-9058-918D2576A544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0" name="Cube 279">
                    <a:extLst>
                      <a:ext uri="{FF2B5EF4-FFF2-40B4-BE49-F238E27FC236}">
                        <a16:creationId xmlns:a16="http://schemas.microsoft.com/office/drawing/2014/main" id="{C6570B7B-9F25-DC4F-ACDE-A14B4B0096A8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  <p:grpSp>
          <p:nvGrpSpPr>
            <p:cNvPr id="383" name="Group 382">
              <a:extLst>
                <a:ext uri="{FF2B5EF4-FFF2-40B4-BE49-F238E27FC236}">
                  <a16:creationId xmlns:a16="http://schemas.microsoft.com/office/drawing/2014/main" id="{40364748-ED4D-1D4F-BD2D-C95786B32F9F}"/>
                </a:ext>
              </a:extLst>
            </p:cNvPr>
            <p:cNvGrpSpPr/>
            <p:nvPr/>
          </p:nvGrpSpPr>
          <p:grpSpPr>
            <a:xfrm>
              <a:off x="1967885" y="3533761"/>
              <a:ext cx="6047245" cy="2007277"/>
              <a:chOff x="1258561" y="1143000"/>
              <a:chExt cx="6047245" cy="2007277"/>
            </a:xfrm>
            <a:grpFill/>
          </p:grpSpPr>
          <p:grpSp>
            <p:nvGrpSpPr>
              <p:cNvPr id="384" name="Group 383">
                <a:extLst>
                  <a:ext uri="{FF2B5EF4-FFF2-40B4-BE49-F238E27FC236}">
                    <a16:creationId xmlns:a16="http://schemas.microsoft.com/office/drawing/2014/main" id="{5F880F0D-BE59-FA46-A0DF-D88BDA378ACE}"/>
                  </a:ext>
                </a:extLst>
              </p:cNvPr>
              <p:cNvGrpSpPr/>
              <p:nvPr/>
            </p:nvGrpSpPr>
            <p:grpSpPr>
              <a:xfrm>
                <a:off x="2611677" y="1143000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489" name="Group 488">
                  <a:extLst>
                    <a:ext uri="{FF2B5EF4-FFF2-40B4-BE49-F238E27FC236}">
                      <a16:creationId xmlns:a16="http://schemas.microsoft.com/office/drawing/2014/main" id="{0EF0A3C3-2105-4840-B582-90BC98CC2053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498" name="Cube 497">
                    <a:extLst>
                      <a:ext uri="{FF2B5EF4-FFF2-40B4-BE49-F238E27FC236}">
                        <a16:creationId xmlns:a16="http://schemas.microsoft.com/office/drawing/2014/main" id="{26B97482-BF76-9546-9398-CCB27D2D73C9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99" name="Cube 498">
                    <a:extLst>
                      <a:ext uri="{FF2B5EF4-FFF2-40B4-BE49-F238E27FC236}">
                        <a16:creationId xmlns:a16="http://schemas.microsoft.com/office/drawing/2014/main" id="{A2531EFC-396C-F94F-A983-293EB84E27BC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00" name="Cube 499">
                    <a:extLst>
                      <a:ext uri="{FF2B5EF4-FFF2-40B4-BE49-F238E27FC236}">
                        <a16:creationId xmlns:a16="http://schemas.microsoft.com/office/drawing/2014/main" id="{AE49314D-7B10-2646-9E00-457975B600C4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490" name="Group 489">
                  <a:extLst>
                    <a:ext uri="{FF2B5EF4-FFF2-40B4-BE49-F238E27FC236}">
                      <a16:creationId xmlns:a16="http://schemas.microsoft.com/office/drawing/2014/main" id="{9BA7157E-595B-D249-A94F-DC5602C37515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495" name="Cube 494">
                    <a:extLst>
                      <a:ext uri="{FF2B5EF4-FFF2-40B4-BE49-F238E27FC236}">
                        <a16:creationId xmlns:a16="http://schemas.microsoft.com/office/drawing/2014/main" id="{4E974FDB-B290-BE4F-9FE6-2137BD7BB3AA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96" name="Cube 495">
                    <a:extLst>
                      <a:ext uri="{FF2B5EF4-FFF2-40B4-BE49-F238E27FC236}">
                        <a16:creationId xmlns:a16="http://schemas.microsoft.com/office/drawing/2014/main" id="{F326A42F-B155-914E-A04D-121396EAAEC7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97" name="Cube 496">
                    <a:extLst>
                      <a:ext uri="{FF2B5EF4-FFF2-40B4-BE49-F238E27FC236}">
                        <a16:creationId xmlns:a16="http://schemas.microsoft.com/office/drawing/2014/main" id="{6D111F8D-4EC5-F343-A62C-618A09C25F3B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491" name="Group 490">
                  <a:extLst>
                    <a:ext uri="{FF2B5EF4-FFF2-40B4-BE49-F238E27FC236}">
                      <a16:creationId xmlns:a16="http://schemas.microsoft.com/office/drawing/2014/main" id="{40B48D52-0953-6D46-B03E-A678DDE88DF6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492" name="Cube 491">
                    <a:extLst>
                      <a:ext uri="{FF2B5EF4-FFF2-40B4-BE49-F238E27FC236}">
                        <a16:creationId xmlns:a16="http://schemas.microsoft.com/office/drawing/2014/main" id="{4B7C5C44-C875-F34A-94E1-B70A681E77E1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93" name="Cube 492">
                    <a:extLst>
                      <a:ext uri="{FF2B5EF4-FFF2-40B4-BE49-F238E27FC236}">
                        <a16:creationId xmlns:a16="http://schemas.microsoft.com/office/drawing/2014/main" id="{D36387CE-843A-F345-AC36-99DDD7345BED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94" name="Cube 493">
                    <a:extLst>
                      <a:ext uri="{FF2B5EF4-FFF2-40B4-BE49-F238E27FC236}">
                        <a16:creationId xmlns:a16="http://schemas.microsoft.com/office/drawing/2014/main" id="{CD5496E0-FB50-314D-9311-FFAF371AE556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385" name="Group 384">
                <a:extLst>
                  <a:ext uri="{FF2B5EF4-FFF2-40B4-BE49-F238E27FC236}">
                    <a16:creationId xmlns:a16="http://schemas.microsoft.com/office/drawing/2014/main" id="{0CC45322-26E4-B24D-8A5F-5DDC7C417724}"/>
                  </a:ext>
                </a:extLst>
              </p:cNvPr>
              <p:cNvGrpSpPr/>
              <p:nvPr/>
            </p:nvGrpSpPr>
            <p:grpSpPr>
              <a:xfrm>
                <a:off x="2442535" y="1310142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477" name="Group 476">
                  <a:extLst>
                    <a:ext uri="{FF2B5EF4-FFF2-40B4-BE49-F238E27FC236}">
                      <a16:creationId xmlns:a16="http://schemas.microsoft.com/office/drawing/2014/main" id="{953BE20B-E9E1-C04F-9C90-D5A4ECC1BDE6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486" name="Cube 485">
                    <a:extLst>
                      <a:ext uri="{FF2B5EF4-FFF2-40B4-BE49-F238E27FC236}">
                        <a16:creationId xmlns:a16="http://schemas.microsoft.com/office/drawing/2014/main" id="{448B95B8-0957-2A4A-8ABE-08226A3C9092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87" name="Cube 486">
                    <a:extLst>
                      <a:ext uri="{FF2B5EF4-FFF2-40B4-BE49-F238E27FC236}">
                        <a16:creationId xmlns:a16="http://schemas.microsoft.com/office/drawing/2014/main" id="{9FEC7C86-FF2E-7F4B-80BB-51447095BE77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88" name="Cube 487">
                    <a:extLst>
                      <a:ext uri="{FF2B5EF4-FFF2-40B4-BE49-F238E27FC236}">
                        <a16:creationId xmlns:a16="http://schemas.microsoft.com/office/drawing/2014/main" id="{D92401E8-5D17-4F41-BC12-DF2255F86BE7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478" name="Group 477">
                  <a:extLst>
                    <a:ext uri="{FF2B5EF4-FFF2-40B4-BE49-F238E27FC236}">
                      <a16:creationId xmlns:a16="http://schemas.microsoft.com/office/drawing/2014/main" id="{D55E762C-5452-2E4E-B670-B1D4FE20830E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483" name="Cube 482">
                    <a:extLst>
                      <a:ext uri="{FF2B5EF4-FFF2-40B4-BE49-F238E27FC236}">
                        <a16:creationId xmlns:a16="http://schemas.microsoft.com/office/drawing/2014/main" id="{787ADFD8-D603-4149-8AEC-387FF3F30C7A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84" name="Cube 483">
                    <a:extLst>
                      <a:ext uri="{FF2B5EF4-FFF2-40B4-BE49-F238E27FC236}">
                        <a16:creationId xmlns:a16="http://schemas.microsoft.com/office/drawing/2014/main" id="{70E39801-21B0-0248-BDB9-BB40120D386E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85" name="Cube 484">
                    <a:extLst>
                      <a:ext uri="{FF2B5EF4-FFF2-40B4-BE49-F238E27FC236}">
                        <a16:creationId xmlns:a16="http://schemas.microsoft.com/office/drawing/2014/main" id="{6E8D7D54-5229-914F-8559-28578802F04F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479" name="Group 478">
                  <a:extLst>
                    <a:ext uri="{FF2B5EF4-FFF2-40B4-BE49-F238E27FC236}">
                      <a16:creationId xmlns:a16="http://schemas.microsoft.com/office/drawing/2014/main" id="{242A6B41-542C-C842-882A-ADBC51B3E1D2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480" name="Cube 479">
                    <a:extLst>
                      <a:ext uri="{FF2B5EF4-FFF2-40B4-BE49-F238E27FC236}">
                        <a16:creationId xmlns:a16="http://schemas.microsoft.com/office/drawing/2014/main" id="{583277F0-941A-5C46-8641-41239FE645B0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81" name="Cube 480">
                    <a:extLst>
                      <a:ext uri="{FF2B5EF4-FFF2-40B4-BE49-F238E27FC236}">
                        <a16:creationId xmlns:a16="http://schemas.microsoft.com/office/drawing/2014/main" id="{381DC42A-B6C9-A348-A383-A034DDCEDE6E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82" name="Cube 481">
                    <a:extLst>
                      <a:ext uri="{FF2B5EF4-FFF2-40B4-BE49-F238E27FC236}">
                        <a16:creationId xmlns:a16="http://schemas.microsoft.com/office/drawing/2014/main" id="{10526E9F-C583-064C-887F-30B72D71C66D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386" name="Group 385">
                <a:extLst>
                  <a:ext uri="{FF2B5EF4-FFF2-40B4-BE49-F238E27FC236}">
                    <a16:creationId xmlns:a16="http://schemas.microsoft.com/office/drawing/2014/main" id="{B69236C5-F602-C64D-A755-E5A3F89A49D6}"/>
                  </a:ext>
                </a:extLst>
              </p:cNvPr>
              <p:cNvGrpSpPr/>
              <p:nvPr/>
            </p:nvGrpSpPr>
            <p:grpSpPr>
              <a:xfrm>
                <a:off x="2273396" y="1477284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465" name="Group 464">
                  <a:extLst>
                    <a:ext uri="{FF2B5EF4-FFF2-40B4-BE49-F238E27FC236}">
                      <a16:creationId xmlns:a16="http://schemas.microsoft.com/office/drawing/2014/main" id="{18237956-99E3-B945-92D4-3F1D137BA825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474" name="Cube 473">
                    <a:extLst>
                      <a:ext uri="{FF2B5EF4-FFF2-40B4-BE49-F238E27FC236}">
                        <a16:creationId xmlns:a16="http://schemas.microsoft.com/office/drawing/2014/main" id="{5C2FF493-CA20-C743-8072-1FE707B3C1F2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75" name="Cube 474">
                    <a:extLst>
                      <a:ext uri="{FF2B5EF4-FFF2-40B4-BE49-F238E27FC236}">
                        <a16:creationId xmlns:a16="http://schemas.microsoft.com/office/drawing/2014/main" id="{93CFB631-0BC5-7B40-B994-EFF11E3EABC3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76" name="Cube 475">
                    <a:extLst>
                      <a:ext uri="{FF2B5EF4-FFF2-40B4-BE49-F238E27FC236}">
                        <a16:creationId xmlns:a16="http://schemas.microsoft.com/office/drawing/2014/main" id="{686740F1-DB69-534A-8F38-7C9285B6B07B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466" name="Group 465">
                  <a:extLst>
                    <a:ext uri="{FF2B5EF4-FFF2-40B4-BE49-F238E27FC236}">
                      <a16:creationId xmlns:a16="http://schemas.microsoft.com/office/drawing/2014/main" id="{53EA713C-9344-7B4D-920E-5EEFA7208F2E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471" name="Cube 470">
                    <a:extLst>
                      <a:ext uri="{FF2B5EF4-FFF2-40B4-BE49-F238E27FC236}">
                        <a16:creationId xmlns:a16="http://schemas.microsoft.com/office/drawing/2014/main" id="{614B464D-EBB0-8A44-93F4-0E6EF624DA50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72" name="Cube 471">
                    <a:extLst>
                      <a:ext uri="{FF2B5EF4-FFF2-40B4-BE49-F238E27FC236}">
                        <a16:creationId xmlns:a16="http://schemas.microsoft.com/office/drawing/2014/main" id="{87C02D74-30B8-EE49-80EA-D0CA1A8F8E93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73" name="Cube 472">
                    <a:extLst>
                      <a:ext uri="{FF2B5EF4-FFF2-40B4-BE49-F238E27FC236}">
                        <a16:creationId xmlns:a16="http://schemas.microsoft.com/office/drawing/2014/main" id="{292E51D6-0103-A84D-ADF6-F3EDDA993823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467" name="Group 466">
                  <a:extLst>
                    <a:ext uri="{FF2B5EF4-FFF2-40B4-BE49-F238E27FC236}">
                      <a16:creationId xmlns:a16="http://schemas.microsoft.com/office/drawing/2014/main" id="{F41E0017-F471-B74D-948B-EBFEB16053A1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468" name="Cube 467">
                    <a:extLst>
                      <a:ext uri="{FF2B5EF4-FFF2-40B4-BE49-F238E27FC236}">
                        <a16:creationId xmlns:a16="http://schemas.microsoft.com/office/drawing/2014/main" id="{EFFDF2AE-043F-D24B-9818-0FC71748DC22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69" name="Cube 468">
                    <a:extLst>
                      <a:ext uri="{FF2B5EF4-FFF2-40B4-BE49-F238E27FC236}">
                        <a16:creationId xmlns:a16="http://schemas.microsoft.com/office/drawing/2014/main" id="{164B8A72-E211-A742-97C7-1D6026C8EA1D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70" name="Cube 469">
                    <a:extLst>
                      <a:ext uri="{FF2B5EF4-FFF2-40B4-BE49-F238E27FC236}">
                        <a16:creationId xmlns:a16="http://schemas.microsoft.com/office/drawing/2014/main" id="{956F261A-E951-8F47-B450-BD85E1BE3303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387" name="Group 386">
                <a:extLst>
                  <a:ext uri="{FF2B5EF4-FFF2-40B4-BE49-F238E27FC236}">
                    <a16:creationId xmlns:a16="http://schemas.microsoft.com/office/drawing/2014/main" id="{6DBB2147-4AB4-6946-BF10-2E9E2C97B86E}"/>
                  </a:ext>
                </a:extLst>
              </p:cNvPr>
              <p:cNvGrpSpPr/>
              <p:nvPr/>
            </p:nvGrpSpPr>
            <p:grpSpPr>
              <a:xfrm>
                <a:off x="2104257" y="1644426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453" name="Group 452">
                  <a:extLst>
                    <a:ext uri="{FF2B5EF4-FFF2-40B4-BE49-F238E27FC236}">
                      <a16:creationId xmlns:a16="http://schemas.microsoft.com/office/drawing/2014/main" id="{E1569799-1533-0D46-BC25-43D1FAE87096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462" name="Cube 461">
                    <a:extLst>
                      <a:ext uri="{FF2B5EF4-FFF2-40B4-BE49-F238E27FC236}">
                        <a16:creationId xmlns:a16="http://schemas.microsoft.com/office/drawing/2014/main" id="{D956A56A-EE5A-AC48-B7C0-D097F39D0E2F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63" name="Cube 462">
                    <a:extLst>
                      <a:ext uri="{FF2B5EF4-FFF2-40B4-BE49-F238E27FC236}">
                        <a16:creationId xmlns:a16="http://schemas.microsoft.com/office/drawing/2014/main" id="{361E21A3-E5F8-6544-85D4-F8FF81BD5ACE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64" name="Cube 463">
                    <a:extLst>
                      <a:ext uri="{FF2B5EF4-FFF2-40B4-BE49-F238E27FC236}">
                        <a16:creationId xmlns:a16="http://schemas.microsoft.com/office/drawing/2014/main" id="{9214B8A2-4BC3-794A-91E9-0C11B3DDDC2A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454" name="Group 453">
                  <a:extLst>
                    <a:ext uri="{FF2B5EF4-FFF2-40B4-BE49-F238E27FC236}">
                      <a16:creationId xmlns:a16="http://schemas.microsoft.com/office/drawing/2014/main" id="{41EC55A1-A392-1E4D-BDB4-02FC44D95120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459" name="Cube 458">
                    <a:extLst>
                      <a:ext uri="{FF2B5EF4-FFF2-40B4-BE49-F238E27FC236}">
                        <a16:creationId xmlns:a16="http://schemas.microsoft.com/office/drawing/2014/main" id="{42C1B1D6-1713-2742-B2CA-F0BE8B2D8A3C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60" name="Cube 459">
                    <a:extLst>
                      <a:ext uri="{FF2B5EF4-FFF2-40B4-BE49-F238E27FC236}">
                        <a16:creationId xmlns:a16="http://schemas.microsoft.com/office/drawing/2014/main" id="{4F8E78E1-658E-B346-B2FB-A9E433A136A0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61" name="Cube 460">
                    <a:extLst>
                      <a:ext uri="{FF2B5EF4-FFF2-40B4-BE49-F238E27FC236}">
                        <a16:creationId xmlns:a16="http://schemas.microsoft.com/office/drawing/2014/main" id="{8DDC9989-F3EE-324D-A80C-0B6442E7FDAC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455" name="Group 454">
                  <a:extLst>
                    <a:ext uri="{FF2B5EF4-FFF2-40B4-BE49-F238E27FC236}">
                      <a16:creationId xmlns:a16="http://schemas.microsoft.com/office/drawing/2014/main" id="{CB8B650B-3143-034A-8D67-2EB959B4B7A0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456" name="Cube 455">
                    <a:extLst>
                      <a:ext uri="{FF2B5EF4-FFF2-40B4-BE49-F238E27FC236}">
                        <a16:creationId xmlns:a16="http://schemas.microsoft.com/office/drawing/2014/main" id="{E67AA5D8-716E-8541-A971-0BC52FF48FAA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57" name="Cube 456">
                    <a:extLst>
                      <a:ext uri="{FF2B5EF4-FFF2-40B4-BE49-F238E27FC236}">
                        <a16:creationId xmlns:a16="http://schemas.microsoft.com/office/drawing/2014/main" id="{9DF50AD9-EC7C-AA44-9A15-B56DD4840E53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58" name="Cube 457">
                    <a:extLst>
                      <a:ext uri="{FF2B5EF4-FFF2-40B4-BE49-F238E27FC236}">
                        <a16:creationId xmlns:a16="http://schemas.microsoft.com/office/drawing/2014/main" id="{81020CEC-7BFC-EF45-9F4E-99DE75E5AFA6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388" name="Group 387">
                <a:extLst>
                  <a:ext uri="{FF2B5EF4-FFF2-40B4-BE49-F238E27FC236}">
                    <a16:creationId xmlns:a16="http://schemas.microsoft.com/office/drawing/2014/main" id="{391A6A46-ECCC-3240-BE24-798861A31791}"/>
                  </a:ext>
                </a:extLst>
              </p:cNvPr>
              <p:cNvGrpSpPr/>
              <p:nvPr/>
            </p:nvGrpSpPr>
            <p:grpSpPr>
              <a:xfrm>
                <a:off x="1935118" y="1811568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441" name="Group 440">
                  <a:extLst>
                    <a:ext uri="{FF2B5EF4-FFF2-40B4-BE49-F238E27FC236}">
                      <a16:creationId xmlns:a16="http://schemas.microsoft.com/office/drawing/2014/main" id="{212F6C2E-A83F-AC43-A200-E018EAE8E2C3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450" name="Cube 449">
                    <a:extLst>
                      <a:ext uri="{FF2B5EF4-FFF2-40B4-BE49-F238E27FC236}">
                        <a16:creationId xmlns:a16="http://schemas.microsoft.com/office/drawing/2014/main" id="{33898D40-AACD-114C-80AB-95C0D031A983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51" name="Cube 450">
                    <a:extLst>
                      <a:ext uri="{FF2B5EF4-FFF2-40B4-BE49-F238E27FC236}">
                        <a16:creationId xmlns:a16="http://schemas.microsoft.com/office/drawing/2014/main" id="{0F44C44A-EEA1-084D-902C-F5C4DBC6622A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52" name="Cube 451">
                    <a:extLst>
                      <a:ext uri="{FF2B5EF4-FFF2-40B4-BE49-F238E27FC236}">
                        <a16:creationId xmlns:a16="http://schemas.microsoft.com/office/drawing/2014/main" id="{1E63A043-251E-5D43-A5E7-D34E17A957BA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442" name="Group 441">
                  <a:extLst>
                    <a:ext uri="{FF2B5EF4-FFF2-40B4-BE49-F238E27FC236}">
                      <a16:creationId xmlns:a16="http://schemas.microsoft.com/office/drawing/2014/main" id="{943FA676-CDB8-974C-A1F9-F025712C99B7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447" name="Cube 446">
                    <a:extLst>
                      <a:ext uri="{FF2B5EF4-FFF2-40B4-BE49-F238E27FC236}">
                        <a16:creationId xmlns:a16="http://schemas.microsoft.com/office/drawing/2014/main" id="{D092395D-E95C-C944-9D6D-EB80391641BD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48" name="Cube 447">
                    <a:extLst>
                      <a:ext uri="{FF2B5EF4-FFF2-40B4-BE49-F238E27FC236}">
                        <a16:creationId xmlns:a16="http://schemas.microsoft.com/office/drawing/2014/main" id="{CF54DBF2-BDFB-2643-B6D8-5D1541F21E96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49" name="Cube 448">
                    <a:extLst>
                      <a:ext uri="{FF2B5EF4-FFF2-40B4-BE49-F238E27FC236}">
                        <a16:creationId xmlns:a16="http://schemas.microsoft.com/office/drawing/2014/main" id="{56F0F60B-24AC-274E-9FB4-7C366237004F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443" name="Group 442">
                  <a:extLst>
                    <a:ext uri="{FF2B5EF4-FFF2-40B4-BE49-F238E27FC236}">
                      <a16:creationId xmlns:a16="http://schemas.microsoft.com/office/drawing/2014/main" id="{A63A647E-A7B9-1C4F-9124-6B0651F1247F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444" name="Cube 443">
                    <a:extLst>
                      <a:ext uri="{FF2B5EF4-FFF2-40B4-BE49-F238E27FC236}">
                        <a16:creationId xmlns:a16="http://schemas.microsoft.com/office/drawing/2014/main" id="{3771227C-5B28-5545-B9CD-943E912FF781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45" name="Cube 444">
                    <a:extLst>
                      <a:ext uri="{FF2B5EF4-FFF2-40B4-BE49-F238E27FC236}">
                        <a16:creationId xmlns:a16="http://schemas.microsoft.com/office/drawing/2014/main" id="{B95E5B9B-786B-124E-B9F4-9920CD527E4C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46" name="Cube 445">
                    <a:extLst>
                      <a:ext uri="{FF2B5EF4-FFF2-40B4-BE49-F238E27FC236}">
                        <a16:creationId xmlns:a16="http://schemas.microsoft.com/office/drawing/2014/main" id="{0E6BFF36-2A64-C346-BCDA-EF47EE39D1F1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389" name="Group 388">
                <a:extLst>
                  <a:ext uri="{FF2B5EF4-FFF2-40B4-BE49-F238E27FC236}">
                    <a16:creationId xmlns:a16="http://schemas.microsoft.com/office/drawing/2014/main" id="{808C8D8E-A91E-8C4E-ABB7-01007D54EEB2}"/>
                  </a:ext>
                </a:extLst>
              </p:cNvPr>
              <p:cNvGrpSpPr/>
              <p:nvPr/>
            </p:nvGrpSpPr>
            <p:grpSpPr>
              <a:xfrm>
                <a:off x="1765979" y="1978710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429" name="Group 428">
                  <a:extLst>
                    <a:ext uri="{FF2B5EF4-FFF2-40B4-BE49-F238E27FC236}">
                      <a16:creationId xmlns:a16="http://schemas.microsoft.com/office/drawing/2014/main" id="{80E5CC18-70F1-1541-ADBA-1046D1177985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438" name="Cube 437">
                    <a:extLst>
                      <a:ext uri="{FF2B5EF4-FFF2-40B4-BE49-F238E27FC236}">
                        <a16:creationId xmlns:a16="http://schemas.microsoft.com/office/drawing/2014/main" id="{266020B5-1C21-CF40-A623-8369ECBBC067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39" name="Cube 438">
                    <a:extLst>
                      <a:ext uri="{FF2B5EF4-FFF2-40B4-BE49-F238E27FC236}">
                        <a16:creationId xmlns:a16="http://schemas.microsoft.com/office/drawing/2014/main" id="{3912D065-DE5A-B344-9A08-B72951E4951D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40" name="Cube 439">
                    <a:extLst>
                      <a:ext uri="{FF2B5EF4-FFF2-40B4-BE49-F238E27FC236}">
                        <a16:creationId xmlns:a16="http://schemas.microsoft.com/office/drawing/2014/main" id="{4AB5404F-BF6B-2F4E-8081-5FC779020724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430" name="Group 429">
                  <a:extLst>
                    <a:ext uri="{FF2B5EF4-FFF2-40B4-BE49-F238E27FC236}">
                      <a16:creationId xmlns:a16="http://schemas.microsoft.com/office/drawing/2014/main" id="{D5DCD94B-989B-164E-A82C-50C046F3AFAE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435" name="Cube 434">
                    <a:extLst>
                      <a:ext uri="{FF2B5EF4-FFF2-40B4-BE49-F238E27FC236}">
                        <a16:creationId xmlns:a16="http://schemas.microsoft.com/office/drawing/2014/main" id="{38049788-BB44-524F-BB1E-7438868ECF20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36" name="Cube 435">
                    <a:extLst>
                      <a:ext uri="{FF2B5EF4-FFF2-40B4-BE49-F238E27FC236}">
                        <a16:creationId xmlns:a16="http://schemas.microsoft.com/office/drawing/2014/main" id="{0977549F-9018-CD42-99DB-E375D2045583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37" name="Cube 436">
                    <a:extLst>
                      <a:ext uri="{FF2B5EF4-FFF2-40B4-BE49-F238E27FC236}">
                        <a16:creationId xmlns:a16="http://schemas.microsoft.com/office/drawing/2014/main" id="{6C2B11F2-10DB-C042-B533-6B6162A55CAA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431" name="Group 430">
                  <a:extLst>
                    <a:ext uri="{FF2B5EF4-FFF2-40B4-BE49-F238E27FC236}">
                      <a16:creationId xmlns:a16="http://schemas.microsoft.com/office/drawing/2014/main" id="{F5D3F320-6900-7B4E-90B3-150AC6707564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432" name="Cube 431">
                    <a:extLst>
                      <a:ext uri="{FF2B5EF4-FFF2-40B4-BE49-F238E27FC236}">
                        <a16:creationId xmlns:a16="http://schemas.microsoft.com/office/drawing/2014/main" id="{F343FA08-E287-1D40-948F-35A9A40FED4C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33" name="Cube 432">
                    <a:extLst>
                      <a:ext uri="{FF2B5EF4-FFF2-40B4-BE49-F238E27FC236}">
                        <a16:creationId xmlns:a16="http://schemas.microsoft.com/office/drawing/2014/main" id="{F363652D-AD11-1D40-BB80-DE9369DE9AE5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34" name="Cube 433">
                    <a:extLst>
                      <a:ext uri="{FF2B5EF4-FFF2-40B4-BE49-F238E27FC236}">
                        <a16:creationId xmlns:a16="http://schemas.microsoft.com/office/drawing/2014/main" id="{F4C97074-9B75-3548-9B7E-FE79EDE70211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390" name="Group 389">
                <a:extLst>
                  <a:ext uri="{FF2B5EF4-FFF2-40B4-BE49-F238E27FC236}">
                    <a16:creationId xmlns:a16="http://schemas.microsoft.com/office/drawing/2014/main" id="{FDC741BC-02FC-E745-A85B-A0B37D439A8F}"/>
                  </a:ext>
                </a:extLst>
              </p:cNvPr>
              <p:cNvGrpSpPr/>
              <p:nvPr/>
            </p:nvGrpSpPr>
            <p:grpSpPr>
              <a:xfrm>
                <a:off x="1596840" y="2145852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417" name="Group 416">
                  <a:extLst>
                    <a:ext uri="{FF2B5EF4-FFF2-40B4-BE49-F238E27FC236}">
                      <a16:creationId xmlns:a16="http://schemas.microsoft.com/office/drawing/2014/main" id="{A5896011-53D7-264C-924D-207B8D16428E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426" name="Cube 425">
                    <a:extLst>
                      <a:ext uri="{FF2B5EF4-FFF2-40B4-BE49-F238E27FC236}">
                        <a16:creationId xmlns:a16="http://schemas.microsoft.com/office/drawing/2014/main" id="{6AAD959E-4784-F94F-ABB1-959083C34806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27" name="Cube 426">
                    <a:extLst>
                      <a:ext uri="{FF2B5EF4-FFF2-40B4-BE49-F238E27FC236}">
                        <a16:creationId xmlns:a16="http://schemas.microsoft.com/office/drawing/2014/main" id="{289F1555-1E47-F949-AC83-81B0E22AE9AD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28" name="Cube 427">
                    <a:extLst>
                      <a:ext uri="{FF2B5EF4-FFF2-40B4-BE49-F238E27FC236}">
                        <a16:creationId xmlns:a16="http://schemas.microsoft.com/office/drawing/2014/main" id="{2B575D3B-FE25-F94D-9771-443A61A308C2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418" name="Group 417">
                  <a:extLst>
                    <a:ext uri="{FF2B5EF4-FFF2-40B4-BE49-F238E27FC236}">
                      <a16:creationId xmlns:a16="http://schemas.microsoft.com/office/drawing/2014/main" id="{6672D6E1-E309-2A43-A286-2EF996A57C33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423" name="Cube 422">
                    <a:extLst>
                      <a:ext uri="{FF2B5EF4-FFF2-40B4-BE49-F238E27FC236}">
                        <a16:creationId xmlns:a16="http://schemas.microsoft.com/office/drawing/2014/main" id="{29FF8F76-1BB9-8946-8F26-0A4D380664F0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24" name="Cube 423">
                    <a:extLst>
                      <a:ext uri="{FF2B5EF4-FFF2-40B4-BE49-F238E27FC236}">
                        <a16:creationId xmlns:a16="http://schemas.microsoft.com/office/drawing/2014/main" id="{D7BE66C0-F87E-7E4E-8970-CDB9EAF7CACE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25" name="Cube 424">
                    <a:extLst>
                      <a:ext uri="{FF2B5EF4-FFF2-40B4-BE49-F238E27FC236}">
                        <a16:creationId xmlns:a16="http://schemas.microsoft.com/office/drawing/2014/main" id="{E6CF691D-40A3-1441-95C0-A7A2DCACA3EA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419" name="Group 418">
                  <a:extLst>
                    <a:ext uri="{FF2B5EF4-FFF2-40B4-BE49-F238E27FC236}">
                      <a16:creationId xmlns:a16="http://schemas.microsoft.com/office/drawing/2014/main" id="{6204BDA8-F7FB-214D-98EC-5FD7EE6D83BD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420" name="Cube 419">
                    <a:extLst>
                      <a:ext uri="{FF2B5EF4-FFF2-40B4-BE49-F238E27FC236}">
                        <a16:creationId xmlns:a16="http://schemas.microsoft.com/office/drawing/2014/main" id="{B62DE6E8-CF17-0D45-BDE5-1664F7BFA221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21" name="Cube 420">
                    <a:extLst>
                      <a:ext uri="{FF2B5EF4-FFF2-40B4-BE49-F238E27FC236}">
                        <a16:creationId xmlns:a16="http://schemas.microsoft.com/office/drawing/2014/main" id="{8EE9684F-92E5-2548-A475-DFED55F90B55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22" name="Cube 421">
                    <a:extLst>
                      <a:ext uri="{FF2B5EF4-FFF2-40B4-BE49-F238E27FC236}">
                        <a16:creationId xmlns:a16="http://schemas.microsoft.com/office/drawing/2014/main" id="{E6144619-8F37-2D46-A085-F11BBDED2CE2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391" name="Group 390">
                <a:extLst>
                  <a:ext uri="{FF2B5EF4-FFF2-40B4-BE49-F238E27FC236}">
                    <a16:creationId xmlns:a16="http://schemas.microsoft.com/office/drawing/2014/main" id="{C4CA338D-9DB5-914C-929A-E6586E3480FA}"/>
                  </a:ext>
                </a:extLst>
              </p:cNvPr>
              <p:cNvGrpSpPr/>
              <p:nvPr/>
            </p:nvGrpSpPr>
            <p:grpSpPr>
              <a:xfrm>
                <a:off x="1427700" y="2312994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405" name="Group 404">
                  <a:extLst>
                    <a:ext uri="{FF2B5EF4-FFF2-40B4-BE49-F238E27FC236}">
                      <a16:creationId xmlns:a16="http://schemas.microsoft.com/office/drawing/2014/main" id="{E638AC36-0F24-4E42-8BD2-2307AC4C1CCB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414" name="Cube 413">
                    <a:extLst>
                      <a:ext uri="{FF2B5EF4-FFF2-40B4-BE49-F238E27FC236}">
                        <a16:creationId xmlns:a16="http://schemas.microsoft.com/office/drawing/2014/main" id="{ACF4F3D9-4B89-A14C-8F5E-02740B7F469D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15" name="Cube 414">
                    <a:extLst>
                      <a:ext uri="{FF2B5EF4-FFF2-40B4-BE49-F238E27FC236}">
                        <a16:creationId xmlns:a16="http://schemas.microsoft.com/office/drawing/2014/main" id="{6C83AA3C-CF1B-E847-90E9-A2D9FEA1621D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16" name="Cube 415">
                    <a:extLst>
                      <a:ext uri="{FF2B5EF4-FFF2-40B4-BE49-F238E27FC236}">
                        <a16:creationId xmlns:a16="http://schemas.microsoft.com/office/drawing/2014/main" id="{5BE53880-8F3A-5847-B460-DAE9A94AEC96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406" name="Group 405">
                  <a:extLst>
                    <a:ext uri="{FF2B5EF4-FFF2-40B4-BE49-F238E27FC236}">
                      <a16:creationId xmlns:a16="http://schemas.microsoft.com/office/drawing/2014/main" id="{A8A5C09A-393E-8E46-8617-4661C81B51D3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411" name="Cube 410">
                    <a:extLst>
                      <a:ext uri="{FF2B5EF4-FFF2-40B4-BE49-F238E27FC236}">
                        <a16:creationId xmlns:a16="http://schemas.microsoft.com/office/drawing/2014/main" id="{90D77BDA-1186-CA4E-87E3-C73C6EA85502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12" name="Cube 411">
                    <a:extLst>
                      <a:ext uri="{FF2B5EF4-FFF2-40B4-BE49-F238E27FC236}">
                        <a16:creationId xmlns:a16="http://schemas.microsoft.com/office/drawing/2014/main" id="{526A6A7F-4A1B-B446-A1CA-7F278E6F6381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13" name="Cube 412">
                    <a:extLst>
                      <a:ext uri="{FF2B5EF4-FFF2-40B4-BE49-F238E27FC236}">
                        <a16:creationId xmlns:a16="http://schemas.microsoft.com/office/drawing/2014/main" id="{CA735938-F7F2-7540-87B6-66642AD57C30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407" name="Group 406">
                  <a:extLst>
                    <a:ext uri="{FF2B5EF4-FFF2-40B4-BE49-F238E27FC236}">
                      <a16:creationId xmlns:a16="http://schemas.microsoft.com/office/drawing/2014/main" id="{B29BD9D0-E08A-8E46-BB76-D03DBED3FAB7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408" name="Cube 407">
                    <a:extLst>
                      <a:ext uri="{FF2B5EF4-FFF2-40B4-BE49-F238E27FC236}">
                        <a16:creationId xmlns:a16="http://schemas.microsoft.com/office/drawing/2014/main" id="{1D8091AF-9BF1-9541-B77A-C70CF5418967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09" name="Cube 408">
                    <a:extLst>
                      <a:ext uri="{FF2B5EF4-FFF2-40B4-BE49-F238E27FC236}">
                        <a16:creationId xmlns:a16="http://schemas.microsoft.com/office/drawing/2014/main" id="{FF59358D-C120-9E42-9BC2-AC2C782B3CE6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10" name="Cube 409">
                    <a:extLst>
                      <a:ext uri="{FF2B5EF4-FFF2-40B4-BE49-F238E27FC236}">
                        <a16:creationId xmlns:a16="http://schemas.microsoft.com/office/drawing/2014/main" id="{F71A87CA-61BE-A343-BEE4-9EDA337EEB51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392" name="Group 391">
                <a:extLst>
                  <a:ext uri="{FF2B5EF4-FFF2-40B4-BE49-F238E27FC236}">
                    <a16:creationId xmlns:a16="http://schemas.microsoft.com/office/drawing/2014/main" id="{478773A3-EE70-3041-BE39-E0A6F0465941}"/>
                  </a:ext>
                </a:extLst>
              </p:cNvPr>
              <p:cNvGrpSpPr/>
              <p:nvPr/>
            </p:nvGrpSpPr>
            <p:grpSpPr>
              <a:xfrm>
                <a:off x="1258561" y="2480134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393" name="Group 392">
                  <a:extLst>
                    <a:ext uri="{FF2B5EF4-FFF2-40B4-BE49-F238E27FC236}">
                      <a16:creationId xmlns:a16="http://schemas.microsoft.com/office/drawing/2014/main" id="{A1B28060-9EFC-4647-8461-C5DE3A374258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402" name="Cube 401">
                    <a:extLst>
                      <a:ext uri="{FF2B5EF4-FFF2-40B4-BE49-F238E27FC236}">
                        <a16:creationId xmlns:a16="http://schemas.microsoft.com/office/drawing/2014/main" id="{48A33090-3C2F-5641-BCD5-627C0ADABDF5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03" name="Cube 402">
                    <a:extLst>
                      <a:ext uri="{FF2B5EF4-FFF2-40B4-BE49-F238E27FC236}">
                        <a16:creationId xmlns:a16="http://schemas.microsoft.com/office/drawing/2014/main" id="{B819B142-E090-E04E-8147-969EAAD2DEC3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04" name="Cube 403">
                    <a:extLst>
                      <a:ext uri="{FF2B5EF4-FFF2-40B4-BE49-F238E27FC236}">
                        <a16:creationId xmlns:a16="http://schemas.microsoft.com/office/drawing/2014/main" id="{BBF5D0C4-96D9-FE40-A581-F32AAFAC5D06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94" name="Group 393">
                  <a:extLst>
                    <a:ext uri="{FF2B5EF4-FFF2-40B4-BE49-F238E27FC236}">
                      <a16:creationId xmlns:a16="http://schemas.microsoft.com/office/drawing/2014/main" id="{CCE85BA5-0EA2-DC45-A505-B043E62D2491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399" name="Cube 398">
                    <a:extLst>
                      <a:ext uri="{FF2B5EF4-FFF2-40B4-BE49-F238E27FC236}">
                        <a16:creationId xmlns:a16="http://schemas.microsoft.com/office/drawing/2014/main" id="{C9F76B2E-AABF-B347-8DF4-0F2F739AA877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00" name="Cube 399">
                    <a:extLst>
                      <a:ext uri="{FF2B5EF4-FFF2-40B4-BE49-F238E27FC236}">
                        <a16:creationId xmlns:a16="http://schemas.microsoft.com/office/drawing/2014/main" id="{31EE4FEC-B4A6-2A4A-AD20-06387F118AC7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01" name="Cube 400">
                    <a:extLst>
                      <a:ext uri="{FF2B5EF4-FFF2-40B4-BE49-F238E27FC236}">
                        <a16:creationId xmlns:a16="http://schemas.microsoft.com/office/drawing/2014/main" id="{FDB94B11-1BA3-714F-B40C-CEFFC47CD182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395" name="Group 394">
                  <a:extLst>
                    <a:ext uri="{FF2B5EF4-FFF2-40B4-BE49-F238E27FC236}">
                      <a16:creationId xmlns:a16="http://schemas.microsoft.com/office/drawing/2014/main" id="{C1EB46CD-696E-4141-B387-3569AE41C158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396" name="Cube 395">
                    <a:extLst>
                      <a:ext uri="{FF2B5EF4-FFF2-40B4-BE49-F238E27FC236}">
                        <a16:creationId xmlns:a16="http://schemas.microsoft.com/office/drawing/2014/main" id="{CA68BA36-C1AC-4E41-9380-1ECB7AD62084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97" name="Cube 396">
                    <a:extLst>
                      <a:ext uri="{FF2B5EF4-FFF2-40B4-BE49-F238E27FC236}">
                        <a16:creationId xmlns:a16="http://schemas.microsoft.com/office/drawing/2014/main" id="{7F7E6B66-6D94-1542-94B6-A91779DBFB62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98" name="Cube 397">
                    <a:extLst>
                      <a:ext uri="{FF2B5EF4-FFF2-40B4-BE49-F238E27FC236}">
                        <a16:creationId xmlns:a16="http://schemas.microsoft.com/office/drawing/2014/main" id="{91CB633C-0933-4F41-91B2-BAED9195F837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  <p:grpSp>
          <p:nvGrpSpPr>
            <p:cNvPr id="501" name="Group 500">
              <a:extLst>
                <a:ext uri="{FF2B5EF4-FFF2-40B4-BE49-F238E27FC236}">
                  <a16:creationId xmlns:a16="http://schemas.microsoft.com/office/drawing/2014/main" id="{916E2C19-8156-6B46-99C9-70C6F2274D40}"/>
                </a:ext>
              </a:extLst>
            </p:cNvPr>
            <p:cNvGrpSpPr/>
            <p:nvPr/>
          </p:nvGrpSpPr>
          <p:grpSpPr>
            <a:xfrm>
              <a:off x="1967885" y="3022471"/>
              <a:ext cx="6047245" cy="2007277"/>
              <a:chOff x="1258561" y="1143000"/>
              <a:chExt cx="6047245" cy="2007277"/>
            </a:xfrm>
            <a:grpFill/>
          </p:grpSpPr>
          <p:grpSp>
            <p:nvGrpSpPr>
              <p:cNvPr id="502" name="Group 501">
                <a:extLst>
                  <a:ext uri="{FF2B5EF4-FFF2-40B4-BE49-F238E27FC236}">
                    <a16:creationId xmlns:a16="http://schemas.microsoft.com/office/drawing/2014/main" id="{97741994-04B8-4D49-B591-9A835A65FDB3}"/>
                  </a:ext>
                </a:extLst>
              </p:cNvPr>
              <p:cNvGrpSpPr/>
              <p:nvPr/>
            </p:nvGrpSpPr>
            <p:grpSpPr>
              <a:xfrm>
                <a:off x="2611677" y="1143000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607" name="Group 606">
                  <a:extLst>
                    <a:ext uri="{FF2B5EF4-FFF2-40B4-BE49-F238E27FC236}">
                      <a16:creationId xmlns:a16="http://schemas.microsoft.com/office/drawing/2014/main" id="{8DB8FA32-8250-5142-8204-3BC21D710921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616" name="Cube 615">
                    <a:extLst>
                      <a:ext uri="{FF2B5EF4-FFF2-40B4-BE49-F238E27FC236}">
                        <a16:creationId xmlns:a16="http://schemas.microsoft.com/office/drawing/2014/main" id="{38B61821-608C-8942-A2AB-E6B2B1DC011E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17" name="Cube 616">
                    <a:extLst>
                      <a:ext uri="{FF2B5EF4-FFF2-40B4-BE49-F238E27FC236}">
                        <a16:creationId xmlns:a16="http://schemas.microsoft.com/office/drawing/2014/main" id="{90E4A7F4-F457-704A-8750-BAB8F31C19BB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18" name="Cube 617">
                    <a:extLst>
                      <a:ext uri="{FF2B5EF4-FFF2-40B4-BE49-F238E27FC236}">
                        <a16:creationId xmlns:a16="http://schemas.microsoft.com/office/drawing/2014/main" id="{B7AA71DD-687C-D049-AA85-4EE5DADECE6D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08" name="Group 607">
                  <a:extLst>
                    <a:ext uri="{FF2B5EF4-FFF2-40B4-BE49-F238E27FC236}">
                      <a16:creationId xmlns:a16="http://schemas.microsoft.com/office/drawing/2014/main" id="{C44BBAFD-2440-B345-9EC5-DEFCA0187AE6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613" name="Cube 612">
                    <a:extLst>
                      <a:ext uri="{FF2B5EF4-FFF2-40B4-BE49-F238E27FC236}">
                        <a16:creationId xmlns:a16="http://schemas.microsoft.com/office/drawing/2014/main" id="{4071C60D-9CD7-8A4D-9899-541DE4438D9A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14" name="Cube 613">
                    <a:extLst>
                      <a:ext uri="{FF2B5EF4-FFF2-40B4-BE49-F238E27FC236}">
                        <a16:creationId xmlns:a16="http://schemas.microsoft.com/office/drawing/2014/main" id="{152E8D01-FC81-D14F-9D7E-5AA343D83B95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15" name="Cube 614">
                    <a:extLst>
                      <a:ext uri="{FF2B5EF4-FFF2-40B4-BE49-F238E27FC236}">
                        <a16:creationId xmlns:a16="http://schemas.microsoft.com/office/drawing/2014/main" id="{575DD816-B344-E345-8C1E-9EF6B853FA02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09" name="Group 608">
                  <a:extLst>
                    <a:ext uri="{FF2B5EF4-FFF2-40B4-BE49-F238E27FC236}">
                      <a16:creationId xmlns:a16="http://schemas.microsoft.com/office/drawing/2014/main" id="{F064FF19-8EF7-524A-A0FC-993EDA774771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610" name="Cube 609">
                    <a:extLst>
                      <a:ext uri="{FF2B5EF4-FFF2-40B4-BE49-F238E27FC236}">
                        <a16:creationId xmlns:a16="http://schemas.microsoft.com/office/drawing/2014/main" id="{F85FFBD2-F854-A14C-A25F-0385110E33FF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11" name="Cube 610">
                    <a:extLst>
                      <a:ext uri="{FF2B5EF4-FFF2-40B4-BE49-F238E27FC236}">
                        <a16:creationId xmlns:a16="http://schemas.microsoft.com/office/drawing/2014/main" id="{19E15DD2-1609-9246-A69E-EB109D6FE903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12" name="Cube 611">
                    <a:extLst>
                      <a:ext uri="{FF2B5EF4-FFF2-40B4-BE49-F238E27FC236}">
                        <a16:creationId xmlns:a16="http://schemas.microsoft.com/office/drawing/2014/main" id="{D20AC1B6-EA0A-C445-A94F-59C936B4490E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503" name="Group 502">
                <a:extLst>
                  <a:ext uri="{FF2B5EF4-FFF2-40B4-BE49-F238E27FC236}">
                    <a16:creationId xmlns:a16="http://schemas.microsoft.com/office/drawing/2014/main" id="{4A2B78BA-D14B-F049-A9D1-DA9C2D71218B}"/>
                  </a:ext>
                </a:extLst>
              </p:cNvPr>
              <p:cNvGrpSpPr/>
              <p:nvPr/>
            </p:nvGrpSpPr>
            <p:grpSpPr>
              <a:xfrm>
                <a:off x="2442535" y="1310142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595" name="Group 594">
                  <a:extLst>
                    <a:ext uri="{FF2B5EF4-FFF2-40B4-BE49-F238E27FC236}">
                      <a16:creationId xmlns:a16="http://schemas.microsoft.com/office/drawing/2014/main" id="{0B935025-99DF-2347-8D26-F9D8C4277C63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604" name="Cube 603">
                    <a:extLst>
                      <a:ext uri="{FF2B5EF4-FFF2-40B4-BE49-F238E27FC236}">
                        <a16:creationId xmlns:a16="http://schemas.microsoft.com/office/drawing/2014/main" id="{54780FB5-6E60-0F42-8C56-C5E6B4AD72C6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05" name="Cube 604">
                    <a:extLst>
                      <a:ext uri="{FF2B5EF4-FFF2-40B4-BE49-F238E27FC236}">
                        <a16:creationId xmlns:a16="http://schemas.microsoft.com/office/drawing/2014/main" id="{7FE81F0B-48BC-4E4B-91A0-7CA1B6496897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06" name="Cube 605">
                    <a:extLst>
                      <a:ext uri="{FF2B5EF4-FFF2-40B4-BE49-F238E27FC236}">
                        <a16:creationId xmlns:a16="http://schemas.microsoft.com/office/drawing/2014/main" id="{13F46479-74A4-E94B-B988-F63FEB235884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96" name="Group 595">
                  <a:extLst>
                    <a:ext uri="{FF2B5EF4-FFF2-40B4-BE49-F238E27FC236}">
                      <a16:creationId xmlns:a16="http://schemas.microsoft.com/office/drawing/2014/main" id="{24FAE2F4-92A7-EB49-84A3-7B32DA06183D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601" name="Cube 600">
                    <a:extLst>
                      <a:ext uri="{FF2B5EF4-FFF2-40B4-BE49-F238E27FC236}">
                        <a16:creationId xmlns:a16="http://schemas.microsoft.com/office/drawing/2014/main" id="{404B6EB2-F0F2-0740-8255-DDBA3FCFE0CE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02" name="Cube 601">
                    <a:extLst>
                      <a:ext uri="{FF2B5EF4-FFF2-40B4-BE49-F238E27FC236}">
                        <a16:creationId xmlns:a16="http://schemas.microsoft.com/office/drawing/2014/main" id="{16567228-F082-D64F-8947-B8E8B83D8F65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03" name="Cube 602">
                    <a:extLst>
                      <a:ext uri="{FF2B5EF4-FFF2-40B4-BE49-F238E27FC236}">
                        <a16:creationId xmlns:a16="http://schemas.microsoft.com/office/drawing/2014/main" id="{E94828AD-9A6A-B54E-A87C-8C4A546247BD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97" name="Group 596">
                  <a:extLst>
                    <a:ext uri="{FF2B5EF4-FFF2-40B4-BE49-F238E27FC236}">
                      <a16:creationId xmlns:a16="http://schemas.microsoft.com/office/drawing/2014/main" id="{0BEFD81C-DFC6-C642-BA21-F367558A40B6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598" name="Cube 597">
                    <a:extLst>
                      <a:ext uri="{FF2B5EF4-FFF2-40B4-BE49-F238E27FC236}">
                        <a16:creationId xmlns:a16="http://schemas.microsoft.com/office/drawing/2014/main" id="{62C2087C-1F30-3C43-84AA-FC7406600235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99" name="Cube 598">
                    <a:extLst>
                      <a:ext uri="{FF2B5EF4-FFF2-40B4-BE49-F238E27FC236}">
                        <a16:creationId xmlns:a16="http://schemas.microsoft.com/office/drawing/2014/main" id="{1286387D-389D-1641-A1B9-E331BC938E6A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00" name="Cube 599">
                    <a:extLst>
                      <a:ext uri="{FF2B5EF4-FFF2-40B4-BE49-F238E27FC236}">
                        <a16:creationId xmlns:a16="http://schemas.microsoft.com/office/drawing/2014/main" id="{E33E4E00-742A-494D-AD83-30D7DDC81FDE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504" name="Group 503">
                <a:extLst>
                  <a:ext uri="{FF2B5EF4-FFF2-40B4-BE49-F238E27FC236}">
                    <a16:creationId xmlns:a16="http://schemas.microsoft.com/office/drawing/2014/main" id="{2C9E6584-7F6B-E642-85E9-1D7F6F1B9273}"/>
                  </a:ext>
                </a:extLst>
              </p:cNvPr>
              <p:cNvGrpSpPr/>
              <p:nvPr/>
            </p:nvGrpSpPr>
            <p:grpSpPr>
              <a:xfrm>
                <a:off x="2273396" y="1477284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583" name="Group 582">
                  <a:extLst>
                    <a:ext uri="{FF2B5EF4-FFF2-40B4-BE49-F238E27FC236}">
                      <a16:creationId xmlns:a16="http://schemas.microsoft.com/office/drawing/2014/main" id="{3ED0ECE9-32B4-1942-9827-1F9815619C5F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592" name="Cube 591">
                    <a:extLst>
                      <a:ext uri="{FF2B5EF4-FFF2-40B4-BE49-F238E27FC236}">
                        <a16:creationId xmlns:a16="http://schemas.microsoft.com/office/drawing/2014/main" id="{7F0CC98D-1C5F-C944-88FF-F427996DC77A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93" name="Cube 592">
                    <a:extLst>
                      <a:ext uri="{FF2B5EF4-FFF2-40B4-BE49-F238E27FC236}">
                        <a16:creationId xmlns:a16="http://schemas.microsoft.com/office/drawing/2014/main" id="{F608F568-6B54-B84A-9808-D0FE2BB3FDCD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94" name="Cube 593">
                    <a:extLst>
                      <a:ext uri="{FF2B5EF4-FFF2-40B4-BE49-F238E27FC236}">
                        <a16:creationId xmlns:a16="http://schemas.microsoft.com/office/drawing/2014/main" id="{954E5377-6AB3-BA49-BD23-6838CB439217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84" name="Group 583">
                  <a:extLst>
                    <a:ext uri="{FF2B5EF4-FFF2-40B4-BE49-F238E27FC236}">
                      <a16:creationId xmlns:a16="http://schemas.microsoft.com/office/drawing/2014/main" id="{6D225D13-A927-B949-9EE6-9663F95AFAD1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589" name="Cube 588">
                    <a:extLst>
                      <a:ext uri="{FF2B5EF4-FFF2-40B4-BE49-F238E27FC236}">
                        <a16:creationId xmlns:a16="http://schemas.microsoft.com/office/drawing/2014/main" id="{87A2598E-8348-444C-9A57-541C0EE8A269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90" name="Cube 589">
                    <a:extLst>
                      <a:ext uri="{FF2B5EF4-FFF2-40B4-BE49-F238E27FC236}">
                        <a16:creationId xmlns:a16="http://schemas.microsoft.com/office/drawing/2014/main" id="{3C8C56A5-592B-B647-B8E1-E42DF2697D4F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91" name="Cube 590">
                    <a:extLst>
                      <a:ext uri="{FF2B5EF4-FFF2-40B4-BE49-F238E27FC236}">
                        <a16:creationId xmlns:a16="http://schemas.microsoft.com/office/drawing/2014/main" id="{7F319ADE-5968-C347-B1CF-BEC67914FBD5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85" name="Group 584">
                  <a:extLst>
                    <a:ext uri="{FF2B5EF4-FFF2-40B4-BE49-F238E27FC236}">
                      <a16:creationId xmlns:a16="http://schemas.microsoft.com/office/drawing/2014/main" id="{F63B01E6-FF1C-CF42-8A00-59930B589455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586" name="Cube 585">
                    <a:extLst>
                      <a:ext uri="{FF2B5EF4-FFF2-40B4-BE49-F238E27FC236}">
                        <a16:creationId xmlns:a16="http://schemas.microsoft.com/office/drawing/2014/main" id="{C0EA38CF-508C-1444-B50A-E7BA090060F6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87" name="Cube 586">
                    <a:extLst>
                      <a:ext uri="{FF2B5EF4-FFF2-40B4-BE49-F238E27FC236}">
                        <a16:creationId xmlns:a16="http://schemas.microsoft.com/office/drawing/2014/main" id="{BD012A2A-3BCD-AC4C-9531-8D55658228F3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88" name="Cube 587">
                    <a:extLst>
                      <a:ext uri="{FF2B5EF4-FFF2-40B4-BE49-F238E27FC236}">
                        <a16:creationId xmlns:a16="http://schemas.microsoft.com/office/drawing/2014/main" id="{2748E8A7-5214-B246-9BE3-23DD03364B71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505" name="Group 504">
                <a:extLst>
                  <a:ext uri="{FF2B5EF4-FFF2-40B4-BE49-F238E27FC236}">
                    <a16:creationId xmlns:a16="http://schemas.microsoft.com/office/drawing/2014/main" id="{7CA4A7C5-AD98-004A-8BEE-E2529C3462AF}"/>
                  </a:ext>
                </a:extLst>
              </p:cNvPr>
              <p:cNvGrpSpPr/>
              <p:nvPr/>
            </p:nvGrpSpPr>
            <p:grpSpPr>
              <a:xfrm>
                <a:off x="2104257" y="1644426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571" name="Group 570">
                  <a:extLst>
                    <a:ext uri="{FF2B5EF4-FFF2-40B4-BE49-F238E27FC236}">
                      <a16:creationId xmlns:a16="http://schemas.microsoft.com/office/drawing/2014/main" id="{C28DA9A8-30AA-B347-B97D-61F09693D882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580" name="Cube 579">
                    <a:extLst>
                      <a:ext uri="{FF2B5EF4-FFF2-40B4-BE49-F238E27FC236}">
                        <a16:creationId xmlns:a16="http://schemas.microsoft.com/office/drawing/2014/main" id="{677B8456-BFBE-924A-89F1-B515EC2AF7F1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81" name="Cube 580">
                    <a:extLst>
                      <a:ext uri="{FF2B5EF4-FFF2-40B4-BE49-F238E27FC236}">
                        <a16:creationId xmlns:a16="http://schemas.microsoft.com/office/drawing/2014/main" id="{6FF2428E-1502-CD42-B86C-2A5322EDA99F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82" name="Cube 581">
                    <a:extLst>
                      <a:ext uri="{FF2B5EF4-FFF2-40B4-BE49-F238E27FC236}">
                        <a16:creationId xmlns:a16="http://schemas.microsoft.com/office/drawing/2014/main" id="{AD6B54EF-16D0-8142-B7E1-12DEAD66D9F3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72" name="Group 571">
                  <a:extLst>
                    <a:ext uri="{FF2B5EF4-FFF2-40B4-BE49-F238E27FC236}">
                      <a16:creationId xmlns:a16="http://schemas.microsoft.com/office/drawing/2014/main" id="{4953B200-6C43-B747-A8F8-223877862CAE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577" name="Cube 576">
                    <a:extLst>
                      <a:ext uri="{FF2B5EF4-FFF2-40B4-BE49-F238E27FC236}">
                        <a16:creationId xmlns:a16="http://schemas.microsoft.com/office/drawing/2014/main" id="{0E08CA49-33A7-E142-82E6-34B942A2B454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78" name="Cube 577">
                    <a:extLst>
                      <a:ext uri="{FF2B5EF4-FFF2-40B4-BE49-F238E27FC236}">
                        <a16:creationId xmlns:a16="http://schemas.microsoft.com/office/drawing/2014/main" id="{27F97D62-08F8-B045-859A-3716DD232C39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79" name="Cube 578">
                    <a:extLst>
                      <a:ext uri="{FF2B5EF4-FFF2-40B4-BE49-F238E27FC236}">
                        <a16:creationId xmlns:a16="http://schemas.microsoft.com/office/drawing/2014/main" id="{EDF02813-DB47-4A40-9078-C355A294E62A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73" name="Group 572">
                  <a:extLst>
                    <a:ext uri="{FF2B5EF4-FFF2-40B4-BE49-F238E27FC236}">
                      <a16:creationId xmlns:a16="http://schemas.microsoft.com/office/drawing/2014/main" id="{536745A7-091D-7B4C-A8D2-4F237618D1D6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574" name="Cube 573">
                    <a:extLst>
                      <a:ext uri="{FF2B5EF4-FFF2-40B4-BE49-F238E27FC236}">
                        <a16:creationId xmlns:a16="http://schemas.microsoft.com/office/drawing/2014/main" id="{80A35342-0D16-ED43-942F-5804F446A50F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75" name="Cube 574">
                    <a:extLst>
                      <a:ext uri="{FF2B5EF4-FFF2-40B4-BE49-F238E27FC236}">
                        <a16:creationId xmlns:a16="http://schemas.microsoft.com/office/drawing/2014/main" id="{746B3719-069B-5748-8406-A225C0350917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76" name="Cube 575">
                    <a:extLst>
                      <a:ext uri="{FF2B5EF4-FFF2-40B4-BE49-F238E27FC236}">
                        <a16:creationId xmlns:a16="http://schemas.microsoft.com/office/drawing/2014/main" id="{6E32391E-97E9-8B4C-9ECB-B3A65F91F4C4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506" name="Group 505">
                <a:extLst>
                  <a:ext uri="{FF2B5EF4-FFF2-40B4-BE49-F238E27FC236}">
                    <a16:creationId xmlns:a16="http://schemas.microsoft.com/office/drawing/2014/main" id="{1E00899B-D7F8-F146-90CA-3CCB4C406A7A}"/>
                  </a:ext>
                </a:extLst>
              </p:cNvPr>
              <p:cNvGrpSpPr/>
              <p:nvPr/>
            </p:nvGrpSpPr>
            <p:grpSpPr>
              <a:xfrm>
                <a:off x="1935118" y="1811568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559" name="Group 558">
                  <a:extLst>
                    <a:ext uri="{FF2B5EF4-FFF2-40B4-BE49-F238E27FC236}">
                      <a16:creationId xmlns:a16="http://schemas.microsoft.com/office/drawing/2014/main" id="{34942CA9-A416-D34E-AB7D-693F38779BA4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568" name="Cube 567">
                    <a:extLst>
                      <a:ext uri="{FF2B5EF4-FFF2-40B4-BE49-F238E27FC236}">
                        <a16:creationId xmlns:a16="http://schemas.microsoft.com/office/drawing/2014/main" id="{F227DD2A-CC5D-D44A-B617-5ECFCA53E4A1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69" name="Cube 568">
                    <a:extLst>
                      <a:ext uri="{FF2B5EF4-FFF2-40B4-BE49-F238E27FC236}">
                        <a16:creationId xmlns:a16="http://schemas.microsoft.com/office/drawing/2014/main" id="{A6A039C7-6106-4144-A7A8-B06A88682098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70" name="Cube 569">
                    <a:extLst>
                      <a:ext uri="{FF2B5EF4-FFF2-40B4-BE49-F238E27FC236}">
                        <a16:creationId xmlns:a16="http://schemas.microsoft.com/office/drawing/2014/main" id="{38383971-3C78-7145-AF7D-FA28B6A8FE48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60" name="Group 559">
                  <a:extLst>
                    <a:ext uri="{FF2B5EF4-FFF2-40B4-BE49-F238E27FC236}">
                      <a16:creationId xmlns:a16="http://schemas.microsoft.com/office/drawing/2014/main" id="{0FF7D202-1856-3543-B8F1-B5C8433227AD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565" name="Cube 564">
                    <a:extLst>
                      <a:ext uri="{FF2B5EF4-FFF2-40B4-BE49-F238E27FC236}">
                        <a16:creationId xmlns:a16="http://schemas.microsoft.com/office/drawing/2014/main" id="{AD7DAE53-90A2-DA4E-B461-10886202B0AA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66" name="Cube 565">
                    <a:extLst>
                      <a:ext uri="{FF2B5EF4-FFF2-40B4-BE49-F238E27FC236}">
                        <a16:creationId xmlns:a16="http://schemas.microsoft.com/office/drawing/2014/main" id="{F30073D4-1537-0144-A45E-5624137A834E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67" name="Cube 566">
                    <a:extLst>
                      <a:ext uri="{FF2B5EF4-FFF2-40B4-BE49-F238E27FC236}">
                        <a16:creationId xmlns:a16="http://schemas.microsoft.com/office/drawing/2014/main" id="{29015414-B321-2448-8C12-8CC356C8B6BE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61" name="Group 560">
                  <a:extLst>
                    <a:ext uri="{FF2B5EF4-FFF2-40B4-BE49-F238E27FC236}">
                      <a16:creationId xmlns:a16="http://schemas.microsoft.com/office/drawing/2014/main" id="{E9F721E4-290E-D749-8BA9-6A0EDF4EC0B2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562" name="Cube 561">
                    <a:extLst>
                      <a:ext uri="{FF2B5EF4-FFF2-40B4-BE49-F238E27FC236}">
                        <a16:creationId xmlns:a16="http://schemas.microsoft.com/office/drawing/2014/main" id="{8EBE40E6-2B10-FD4F-BBAC-EFCBF77286C4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63" name="Cube 562">
                    <a:extLst>
                      <a:ext uri="{FF2B5EF4-FFF2-40B4-BE49-F238E27FC236}">
                        <a16:creationId xmlns:a16="http://schemas.microsoft.com/office/drawing/2014/main" id="{7A4D7703-88A8-744F-83AB-05A3BC9EAC39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64" name="Cube 563">
                    <a:extLst>
                      <a:ext uri="{FF2B5EF4-FFF2-40B4-BE49-F238E27FC236}">
                        <a16:creationId xmlns:a16="http://schemas.microsoft.com/office/drawing/2014/main" id="{DF55504B-34E8-8D48-96B1-6655D7133FD0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507" name="Group 506">
                <a:extLst>
                  <a:ext uri="{FF2B5EF4-FFF2-40B4-BE49-F238E27FC236}">
                    <a16:creationId xmlns:a16="http://schemas.microsoft.com/office/drawing/2014/main" id="{752F1BE6-58FB-F147-A949-47F9339CC97C}"/>
                  </a:ext>
                </a:extLst>
              </p:cNvPr>
              <p:cNvGrpSpPr/>
              <p:nvPr/>
            </p:nvGrpSpPr>
            <p:grpSpPr>
              <a:xfrm>
                <a:off x="1765979" y="1978710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547" name="Group 546">
                  <a:extLst>
                    <a:ext uri="{FF2B5EF4-FFF2-40B4-BE49-F238E27FC236}">
                      <a16:creationId xmlns:a16="http://schemas.microsoft.com/office/drawing/2014/main" id="{62A614EB-C747-3641-BF74-2298F94EC356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556" name="Cube 555">
                    <a:extLst>
                      <a:ext uri="{FF2B5EF4-FFF2-40B4-BE49-F238E27FC236}">
                        <a16:creationId xmlns:a16="http://schemas.microsoft.com/office/drawing/2014/main" id="{185B030D-48C7-F147-8C05-9870A75294A8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57" name="Cube 556">
                    <a:extLst>
                      <a:ext uri="{FF2B5EF4-FFF2-40B4-BE49-F238E27FC236}">
                        <a16:creationId xmlns:a16="http://schemas.microsoft.com/office/drawing/2014/main" id="{D6044FD7-6E1C-7C45-B872-4750235A9B3C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58" name="Cube 557">
                    <a:extLst>
                      <a:ext uri="{FF2B5EF4-FFF2-40B4-BE49-F238E27FC236}">
                        <a16:creationId xmlns:a16="http://schemas.microsoft.com/office/drawing/2014/main" id="{FD3B61E8-25E8-C242-94A5-6CA742D980C9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48" name="Group 547">
                  <a:extLst>
                    <a:ext uri="{FF2B5EF4-FFF2-40B4-BE49-F238E27FC236}">
                      <a16:creationId xmlns:a16="http://schemas.microsoft.com/office/drawing/2014/main" id="{D57D2595-34D6-BC47-A76D-CD0131C48966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553" name="Cube 552">
                    <a:extLst>
                      <a:ext uri="{FF2B5EF4-FFF2-40B4-BE49-F238E27FC236}">
                        <a16:creationId xmlns:a16="http://schemas.microsoft.com/office/drawing/2014/main" id="{9DF7DBD2-7733-9A40-844F-D2AD13358B92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54" name="Cube 553">
                    <a:extLst>
                      <a:ext uri="{FF2B5EF4-FFF2-40B4-BE49-F238E27FC236}">
                        <a16:creationId xmlns:a16="http://schemas.microsoft.com/office/drawing/2014/main" id="{A5DA3A86-C100-9C43-93D0-780647B09B04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55" name="Cube 554">
                    <a:extLst>
                      <a:ext uri="{FF2B5EF4-FFF2-40B4-BE49-F238E27FC236}">
                        <a16:creationId xmlns:a16="http://schemas.microsoft.com/office/drawing/2014/main" id="{374E2685-371F-7643-B6A9-6B973FB840B0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49" name="Group 548">
                  <a:extLst>
                    <a:ext uri="{FF2B5EF4-FFF2-40B4-BE49-F238E27FC236}">
                      <a16:creationId xmlns:a16="http://schemas.microsoft.com/office/drawing/2014/main" id="{8192635F-8F89-E644-9025-AE1C3D4D021D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550" name="Cube 549">
                    <a:extLst>
                      <a:ext uri="{FF2B5EF4-FFF2-40B4-BE49-F238E27FC236}">
                        <a16:creationId xmlns:a16="http://schemas.microsoft.com/office/drawing/2014/main" id="{BA03FACF-07C7-1947-81AB-6520BF59ABAF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51" name="Cube 550">
                    <a:extLst>
                      <a:ext uri="{FF2B5EF4-FFF2-40B4-BE49-F238E27FC236}">
                        <a16:creationId xmlns:a16="http://schemas.microsoft.com/office/drawing/2014/main" id="{DAC7DFC0-C459-4549-BA8F-5BF28C113E66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52" name="Cube 551">
                    <a:extLst>
                      <a:ext uri="{FF2B5EF4-FFF2-40B4-BE49-F238E27FC236}">
                        <a16:creationId xmlns:a16="http://schemas.microsoft.com/office/drawing/2014/main" id="{568161A4-A509-0347-86E6-359E719AA6CD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508" name="Group 507">
                <a:extLst>
                  <a:ext uri="{FF2B5EF4-FFF2-40B4-BE49-F238E27FC236}">
                    <a16:creationId xmlns:a16="http://schemas.microsoft.com/office/drawing/2014/main" id="{064878F3-3A46-CD4D-BD65-A891ADD9D4B0}"/>
                  </a:ext>
                </a:extLst>
              </p:cNvPr>
              <p:cNvGrpSpPr/>
              <p:nvPr/>
            </p:nvGrpSpPr>
            <p:grpSpPr>
              <a:xfrm>
                <a:off x="1596840" y="2145852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535" name="Group 534">
                  <a:extLst>
                    <a:ext uri="{FF2B5EF4-FFF2-40B4-BE49-F238E27FC236}">
                      <a16:creationId xmlns:a16="http://schemas.microsoft.com/office/drawing/2014/main" id="{960132C8-9F85-2546-A84A-35EA4A965A70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544" name="Cube 543">
                    <a:extLst>
                      <a:ext uri="{FF2B5EF4-FFF2-40B4-BE49-F238E27FC236}">
                        <a16:creationId xmlns:a16="http://schemas.microsoft.com/office/drawing/2014/main" id="{E0DE7379-99D4-2447-BC13-6B8040CA13E0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45" name="Cube 544">
                    <a:extLst>
                      <a:ext uri="{FF2B5EF4-FFF2-40B4-BE49-F238E27FC236}">
                        <a16:creationId xmlns:a16="http://schemas.microsoft.com/office/drawing/2014/main" id="{D814104A-D971-0C4C-891B-8DFC45D33871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46" name="Cube 545">
                    <a:extLst>
                      <a:ext uri="{FF2B5EF4-FFF2-40B4-BE49-F238E27FC236}">
                        <a16:creationId xmlns:a16="http://schemas.microsoft.com/office/drawing/2014/main" id="{9A247EEA-E242-BB4E-B24E-61811019A053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36" name="Group 535">
                  <a:extLst>
                    <a:ext uri="{FF2B5EF4-FFF2-40B4-BE49-F238E27FC236}">
                      <a16:creationId xmlns:a16="http://schemas.microsoft.com/office/drawing/2014/main" id="{9E2693E5-2CC6-F841-A173-CAC2C7FD2D4E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541" name="Cube 540">
                    <a:extLst>
                      <a:ext uri="{FF2B5EF4-FFF2-40B4-BE49-F238E27FC236}">
                        <a16:creationId xmlns:a16="http://schemas.microsoft.com/office/drawing/2014/main" id="{2B789658-A314-3C4F-9E04-9E32D2C0CD61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42" name="Cube 541">
                    <a:extLst>
                      <a:ext uri="{FF2B5EF4-FFF2-40B4-BE49-F238E27FC236}">
                        <a16:creationId xmlns:a16="http://schemas.microsoft.com/office/drawing/2014/main" id="{D4CAC6F2-EFCC-A64C-A76F-B91FD16DFE88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43" name="Cube 542">
                    <a:extLst>
                      <a:ext uri="{FF2B5EF4-FFF2-40B4-BE49-F238E27FC236}">
                        <a16:creationId xmlns:a16="http://schemas.microsoft.com/office/drawing/2014/main" id="{1A54300D-5371-524B-8885-291BE53A9284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37" name="Group 536">
                  <a:extLst>
                    <a:ext uri="{FF2B5EF4-FFF2-40B4-BE49-F238E27FC236}">
                      <a16:creationId xmlns:a16="http://schemas.microsoft.com/office/drawing/2014/main" id="{33F7B68F-5533-BA48-B89A-1280CD76270E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538" name="Cube 537">
                    <a:extLst>
                      <a:ext uri="{FF2B5EF4-FFF2-40B4-BE49-F238E27FC236}">
                        <a16:creationId xmlns:a16="http://schemas.microsoft.com/office/drawing/2014/main" id="{4463CA61-D8A9-A445-AAAB-050AEB933E0F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39" name="Cube 538">
                    <a:extLst>
                      <a:ext uri="{FF2B5EF4-FFF2-40B4-BE49-F238E27FC236}">
                        <a16:creationId xmlns:a16="http://schemas.microsoft.com/office/drawing/2014/main" id="{8510B615-95FD-7942-89CE-69F8618803E0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40" name="Cube 539">
                    <a:extLst>
                      <a:ext uri="{FF2B5EF4-FFF2-40B4-BE49-F238E27FC236}">
                        <a16:creationId xmlns:a16="http://schemas.microsoft.com/office/drawing/2014/main" id="{7CAEF22D-4050-7945-B593-0624244A3835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509" name="Group 508">
                <a:extLst>
                  <a:ext uri="{FF2B5EF4-FFF2-40B4-BE49-F238E27FC236}">
                    <a16:creationId xmlns:a16="http://schemas.microsoft.com/office/drawing/2014/main" id="{6A200526-C624-1D42-BBAF-6E7445F0EEBD}"/>
                  </a:ext>
                </a:extLst>
              </p:cNvPr>
              <p:cNvGrpSpPr/>
              <p:nvPr/>
            </p:nvGrpSpPr>
            <p:grpSpPr>
              <a:xfrm>
                <a:off x="1427700" y="2312994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523" name="Group 522">
                  <a:extLst>
                    <a:ext uri="{FF2B5EF4-FFF2-40B4-BE49-F238E27FC236}">
                      <a16:creationId xmlns:a16="http://schemas.microsoft.com/office/drawing/2014/main" id="{6B82BC69-9F5E-6245-AA3E-A3F0CC212D41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532" name="Cube 531">
                    <a:extLst>
                      <a:ext uri="{FF2B5EF4-FFF2-40B4-BE49-F238E27FC236}">
                        <a16:creationId xmlns:a16="http://schemas.microsoft.com/office/drawing/2014/main" id="{D8CBB0D4-F592-FE4C-9AE6-E0497E662EBF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33" name="Cube 532">
                    <a:extLst>
                      <a:ext uri="{FF2B5EF4-FFF2-40B4-BE49-F238E27FC236}">
                        <a16:creationId xmlns:a16="http://schemas.microsoft.com/office/drawing/2014/main" id="{8DCAE005-50D7-E348-8938-9C2775FC11C1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34" name="Cube 533">
                    <a:extLst>
                      <a:ext uri="{FF2B5EF4-FFF2-40B4-BE49-F238E27FC236}">
                        <a16:creationId xmlns:a16="http://schemas.microsoft.com/office/drawing/2014/main" id="{538AC284-8B5A-4C45-ADB9-05F0B2F41187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24" name="Group 523">
                  <a:extLst>
                    <a:ext uri="{FF2B5EF4-FFF2-40B4-BE49-F238E27FC236}">
                      <a16:creationId xmlns:a16="http://schemas.microsoft.com/office/drawing/2014/main" id="{3C737B97-3E2D-3E49-841F-AEB9A5F80A24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529" name="Cube 528">
                    <a:extLst>
                      <a:ext uri="{FF2B5EF4-FFF2-40B4-BE49-F238E27FC236}">
                        <a16:creationId xmlns:a16="http://schemas.microsoft.com/office/drawing/2014/main" id="{F9239D94-836C-D440-A446-2F71DDA0C449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30" name="Cube 529">
                    <a:extLst>
                      <a:ext uri="{FF2B5EF4-FFF2-40B4-BE49-F238E27FC236}">
                        <a16:creationId xmlns:a16="http://schemas.microsoft.com/office/drawing/2014/main" id="{45BDC22C-8E2B-9F4D-9A95-BE25B467A209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31" name="Cube 530">
                    <a:extLst>
                      <a:ext uri="{FF2B5EF4-FFF2-40B4-BE49-F238E27FC236}">
                        <a16:creationId xmlns:a16="http://schemas.microsoft.com/office/drawing/2014/main" id="{95BEC891-506D-5B4D-8E1E-BBD97B7EB9DF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25" name="Group 524">
                  <a:extLst>
                    <a:ext uri="{FF2B5EF4-FFF2-40B4-BE49-F238E27FC236}">
                      <a16:creationId xmlns:a16="http://schemas.microsoft.com/office/drawing/2014/main" id="{D6D8B2F2-09B6-264E-98CF-706506A8BBB3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526" name="Cube 525">
                    <a:extLst>
                      <a:ext uri="{FF2B5EF4-FFF2-40B4-BE49-F238E27FC236}">
                        <a16:creationId xmlns:a16="http://schemas.microsoft.com/office/drawing/2014/main" id="{DD75F442-1AD5-2849-89DB-F995203D614C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27" name="Cube 526">
                    <a:extLst>
                      <a:ext uri="{FF2B5EF4-FFF2-40B4-BE49-F238E27FC236}">
                        <a16:creationId xmlns:a16="http://schemas.microsoft.com/office/drawing/2014/main" id="{AACF9FEF-9A34-AE4A-A10A-83E5CF3FE9D4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28" name="Cube 527">
                    <a:extLst>
                      <a:ext uri="{FF2B5EF4-FFF2-40B4-BE49-F238E27FC236}">
                        <a16:creationId xmlns:a16="http://schemas.microsoft.com/office/drawing/2014/main" id="{254D8FCA-A6C5-B74C-905B-E97211F56606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510" name="Group 509">
                <a:extLst>
                  <a:ext uri="{FF2B5EF4-FFF2-40B4-BE49-F238E27FC236}">
                    <a16:creationId xmlns:a16="http://schemas.microsoft.com/office/drawing/2014/main" id="{C6EFBB82-E189-DC41-AF9D-DF388C0FFDF1}"/>
                  </a:ext>
                </a:extLst>
              </p:cNvPr>
              <p:cNvGrpSpPr/>
              <p:nvPr/>
            </p:nvGrpSpPr>
            <p:grpSpPr>
              <a:xfrm>
                <a:off x="1258561" y="2480134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511" name="Group 510">
                  <a:extLst>
                    <a:ext uri="{FF2B5EF4-FFF2-40B4-BE49-F238E27FC236}">
                      <a16:creationId xmlns:a16="http://schemas.microsoft.com/office/drawing/2014/main" id="{AE58777B-892C-D348-AD73-7169BF3CAA60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520" name="Cube 519">
                    <a:extLst>
                      <a:ext uri="{FF2B5EF4-FFF2-40B4-BE49-F238E27FC236}">
                        <a16:creationId xmlns:a16="http://schemas.microsoft.com/office/drawing/2014/main" id="{09DC7C21-3762-7B40-BDE4-CE9DFE1B5003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21" name="Cube 520">
                    <a:extLst>
                      <a:ext uri="{FF2B5EF4-FFF2-40B4-BE49-F238E27FC236}">
                        <a16:creationId xmlns:a16="http://schemas.microsoft.com/office/drawing/2014/main" id="{4D5FBEAF-ECFC-4349-A5F4-24715FEE99CA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22" name="Cube 521">
                    <a:extLst>
                      <a:ext uri="{FF2B5EF4-FFF2-40B4-BE49-F238E27FC236}">
                        <a16:creationId xmlns:a16="http://schemas.microsoft.com/office/drawing/2014/main" id="{F7AA85F0-1BAD-E749-919C-7EC84ECE90E3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12" name="Group 511">
                  <a:extLst>
                    <a:ext uri="{FF2B5EF4-FFF2-40B4-BE49-F238E27FC236}">
                      <a16:creationId xmlns:a16="http://schemas.microsoft.com/office/drawing/2014/main" id="{3EB4ED8F-307D-4D42-B8DF-C7DC34970033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517" name="Cube 516">
                    <a:extLst>
                      <a:ext uri="{FF2B5EF4-FFF2-40B4-BE49-F238E27FC236}">
                        <a16:creationId xmlns:a16="http://schemas.microsoft.com/office/drawing/2014/main" id="{E77231F2-BD48-A349-86FA-910609970C7E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18" name="Cube 517">
                    <a:extLst>
                      <a:ext uri="{FF2B5EF4-FFF2-40B4-BE49-F238E27FC236}">
                        <a16:creationId xmlns:a16="http://schemas.microsoft.com/office/drawing/2014/main" id="{D054EE74-4014-B64B-881D-BD9FB9994D24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19" name="Cube 518">
                    <a:extLst>
                      <a:ext uri="{FF2B5EF4-FFF2-40B4-BE49-F238E27FC236}">
                        <a16:creationId xmlns:a16="http://schemas.microsoft.com/office/drawing/2014/main" id="{0E676A5F-0E84-F945-918B-7E86DE301CDD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13" name="Group 512">
                  <a:extLst>
                    <a:ext uri="{FF2B5EF4-FFF2-40B4-BE49-F238E27FC236}">
                      <a16:creationId xmlns:a16="http://schemas.microsoft.com/office/drawing/2014/main" id="{1842736A-CA04-9148-950B-9CD8554BF3CF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514" name="Cube 513">
                    <a:extLst>
                      <a:ext uri="{FF2B5EF4-FFF2-40B4-BE49-F238E27FC236}">
                        <a16:creationId xmlns:a16="http://schemas.microsoft.com/office/drawing/2014/main" id="{B55165F8-A92F-6147-98EC-E4480D683B49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15" name="Cube 514">
                    <a:extLst>
                      <a:ext uri="{FF2B5EF4-FFF2-40B4-BE49-F238E27FC236}">
                        <a16:creationId xmlns:a16="http://schemas.microsoft.com/office/drawing/2014/main" id="{E359D395-E3FC-6B48-81B5-0A1B4DD0F555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16" name="Cube 515">
                    <a:extLst>
                      <a:ext uri="{FF2B5EF4-FFF2-40B4-BE49-F238E27FC236}">
                        <a16:creationId xmlns:a16="http://schemas.microsoft.com/office/drawing/2014/main" id="{2303B113-E68E-794F-9A84-42646B27A830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  <p:grpSp>
          <p:nvGrpSpPr>
            <p:cNvPr id="619" name="Group 618">
              <a:extLst>
                <a:ext uri="{FF2B5EF4-FFF2-40B4-BE49-F238E27FC236}">
                  <a16:creationId xmlns:a16="http://schemas.microsoft.com/office/drawing/2014/main" id="{0A0D913D-E8C2-114F-B096-8F2AF73885E1}"/>
                </a:ext>
              </a:extLst>
            </p:cNvPr>
            <p:cNvGrpSpPr/>
            <p:nvPr/>
          </p:nvGrpSpPr>
          <p:grpSpPr>
            <a:xfrm>
              <a:off x="1967885" y="2511181"/>
              <a:ext cx="6047245" cy="2007277"/>
              <a:chOff x="1258561" y="1143000"/>
              <a:chExt cx="6047245" cy="2007277"/>
            </a:xfrm>
            <a:grpFill/>
          </p:grpSpPr>
          <p:grpSp>
            <p:nvGrpSpPr>
              <p:cNvPr id="620" name="Group 619">
                <a:extLst>
                  <a:ext uri="{FF2B5EF4-FFF2-40B4-BE49-F238E27FC236}">
                    <a16:creationId xmlns:a16="http://schemas.microsoft.com/office/drawing/2014/main" id="{5E8CC1A3-3AC9-8340-B023-73DFF8BFC1C8}"/>
                  </a:ext>
                </a:extLst>
              </p:cNvPr>
              <p:cNvGrpSpPr/>
              <p:nvPr/>
            </p:nvGrpSpPr>
            <p:grpSpPr>
              <a:xfrm>
                <a:off x="2611677" y="1143000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725" name="Group 724">
                  <a:extLst>
                    <a:ext uri="{FF2B5EF4-FFF2-40B4-BE49-F238E27FC236}">
                      <a16:creationId xmlns:a16="http://schemas.microsoft.com/office/drawing/2014/main" id="{35F25E83-87EB-1844-A541-D68402823245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734" name="Cube 733">
                    <a:extLst>
                      <a:ext uri="{FF2B5EF4-FFF2-40B4-BE49-F238E27FC236}">
                        <a16:creationId xmlns:a16="http://schemas.microsoft.com/office/drawing/2014/main" id="{87857E35-5D8D-3743-A512-C339118F466D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35" name="Cube 734">
                    <a:extLst>
                      <a:ext uri="{FF2B5EF4-FFF2-40B4-BE49-F238E27FC236}">
                        <a16:creationId xmlns:a16="http://schemas.microsoft.com/office/drawing/2014/main" id="{D37DF245-A2DE-5B44-92EC-F232D5546E76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36" name="Cube 735">
                    <a:extLst>
                      <a:ext uri="{FF2B5EF4-FFF2-40B4-BE49-F238E27FC236}">
                        <a16:creationId xmlns:a16="http://schemas.microsoft.com/office/drawing/2014/main" id="{7E835025-F354-C14D-B260-240F2ADCCA57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726" name="Group 725">
                  <a:extLst>
                    <a:ext uri="{FF2B5EF4-FFF2-40B4-BE49-F238E27FC236}">
                      <a16:creationId xmlns:a16="http://schemas.microsoft.com/office/drawing/2014/main" id="{AB9C3D30-0BA1-F54B-93D1-6CA1D10B640D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731" name="Cube 730">
                    <a:extLst>
                      <a:ext uri="{FF2B5EF4-FFF2-40B4-BE49-F238E27FC236}">
                        <a16:creationId xmlns:a16="http://schemas.microsoft.com/office/drawing/2014/main" id="{5D72D236-8C66-FE4E-A65C-E1CA8B8EAC73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32" name="Cube 731">
                    <a:extLst>
                      <a:ext uri="{FF2B5EF4-FFF2-40B4-BE49-F238E27FC236}">
                        <a16:creationId xmlns:a16="http://schemas.microsoft.com/office/drawing/2014/main" id="{50A8D1F8-9109-A541-9521-60CC6CD17788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33" name="Cube 732">
                    <a:extLst>
                      <a:ext uri="{FF2B5EF4-FFF2-40B4-BE49-F238E27FC236}">
                        <a16:creationId xmlns:a16="http://schemas.microsoft.com/office/drawing/2014/main" id="{22660886-84AE-6644-B5A8-22DB47A88939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727" name="Group 726">
                  <a:extLst>
                    <a:ext uri="{FF2B5EF4-FFF2-40B4-BE49-F238E27FC236}">
                      <a16:creationId xmlns:a16="http://schemas.microsoft.com/office/drawing/2014/main" id="{70666A74-2849-064D-9E18-D215326D680E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728" name="Cube 727">
                    <a:extLst>
                      <a:ext uri="{FF2B5EF4-FFF2-40B4-BE49-F238E27FC236}">
                        <a16:creationId xmlns:a16="http://schemas.microsoft.com/office/drawing/2014/main" id="{E492BF63-89B6-BB40-9C86-2804A1EBD5A5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29" name="Cube 728">
                    <a:extLst>
                      <a:ext uri="{FF2B5EF4-FFF2-40B4-BE49-F238E27FC236}">
                        <a16:creationId xmlns:a16="http://schemas.microsoft.com/office/drawing/2014/main" id="{4DCB0A8B-B337-3344-B399-D3FABAA7A0C2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30" name="Cube 729">
                    <a:extLst>
                      <a:ext uri="{FF2B5EF4-FFF2-40B4-BE49-F238E27FC236}">
                        <a16:creationId xmlns:a16="http://schemas.microsoft.com/office/drawing/2014/main" id="{03667B43-8046-3345-8157-6502633B89C6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621" name="Group 620">
                <a:extLst>
                  <a:ext uri="{FF2B5EF4-FFF2-40B4-BE49-F238E27FC236}">
                    <a16:creationId xmlns:a16="http://schemas.microsoft.com/office/drawing/2014/main" id="{0735DB8E-C67E-384A-BC4D-59A5DCC4F0C4}"/>
                  </a:ext>
                </a:extLst>
              </p:cNvPr>
              <p:cNvGrpSpPr/>
              <p:nvPr/>
            </p:nvGrpSpPr>
            <p:grpSpPr>
              <a:xfrm>
                <a:off x="2442535" y="1310142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713" name="Group 712">
                  <a:extLst>
                    <a:ext uri="{FF2B5EF4-FFF2-40B4-BE49-F238E27FC236}">
                      <a16:creationId xmlns:a16="http://schemas.microsoft.com/office/drawing/2014/main" id="{AAE2CA2D-A9B1-DF40-814B-EDC7B748BA9B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722" name="Cube 721">
                    <a:extLst>
                      <a:ext uri="{FF2B5EF4-FFF2-40B4-BE49-F238E27FC236}">
                        <a16:creationId xmlns:a16="http://schemas.microsoft.com/office/drawing/2014/main" id="{64F313A1-7192-0A49-B69E-30E8026F26F2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23" name="Cube 722">
                    <a:extLst>
                      <a:ext uri="{FF2B5EF4-FFF2-40B4-BE49-F238E27FC236}">
                        <a16:creationId xmlns:a16="http://schemas.microsoft.com/office/drawing/2014/main" id="{90E09246-39AC-354A-8039-1FB56FA06DD6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24" name="Cube 723">
                    <a:extLst>
                      <a:ext uri="{FF2B5EF4-FFF2-40B4-BE49-F238E27FC236}">
                        <a16:creationId xmlns:a16="http://schemas.microsoft.com/office/drawing/2014/main" id="{BC58403B-9E03-2A4B-BBBB-2481413FD54F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714" name="Group 713">
                  <a:extLst>
                    <a:ext uri="{FF2B5EF4-FFF2-40B4-BE49-F238E27FC236}">
                      <a16:creationId xmlns:a16="http://schemas.microsoft.com/office/drawing/2014/main" id="{06BB5569-E919-0C40-8A15-7430C966E9A1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719" name="Cube 718">
                    <a:extLst>
                      <a:ext uri="{FF2B5EF4-FFF2-40B4-BE49-F238E27FC236}">
                        <a16:creationId xmlns:a16="http://schemas.microsoft.com/office/drawing/2014/main" id="{B5A42805-DBDA-8641-92AE-7450C63C8DF0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20" name="Cube 719">
                    <a:extLst>
                      <a:ext uri="{FF2B5EF4-FFF2-40B4-BE49-F238E27FC236}">
                        <a16:creationId xmlns:a16="http://schemas.microsoft.com/office/drawing/2014/main" id="{67FADDA5-11C3-4445-97B7-30122CCC856E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21" name="Cube 720">
                    <a:extLst>
                      <a:ext uri="{FF2B5EF4-FFF2-40B4-BE49-F238E27FC236}">
                        <a16:creationId xmlns:a16="http://schemas.microsoft.com/office/drawing/2014/main" id="{AF01D306-5DBC-EE49-BD67-4CAC2E558139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715" name="Group 714">
                  <a:extLst>
                    <a:ext uri="{FF2B5EF4-FFF2-40B4-BE49-F238E27FC236}">
                      <a16:creationId xmlns:a16="http://schemas.microsoft.com/office/drawing/2014/main" id="{C2A5A873-E44B-534C-BE1F-09D951D68FB4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716" name="Cube 715">
                    <a:extLst>
                      <a:ext uri="{FF2B5EF4-FFF2-40B4-BE49-F238E27FC236}">
                        <a16:creationId xmlns:a16="http://schemas.microsoft.com/office/drawing/2014/main" id="{37E2E02E-1A58-DC48-BEE0-515D4FD9479B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17" name="Cube 716">
                    <a:extLst>
                      <a:ext uri="{FF2B5EF4-FFF2-40B4-BE49-F238E27FC236}">
                        <a16:creationId xmlns:a16="http://schemas.microsoft.com/office/drawing/2014/main" id="{78E4914D-0743-4141-BCB5-89B93C93239F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18" name="Cube 717">
                    <a:extLst>
                      <a:ext uri="{FF2B5EF4-FFF2-40B4-BE49-F238E27FC236}">
                        <a16:creationId xmlns:a16="http://schemas.microsoft.com/office/drawing/2014/main" id="{B7EE3D6C-BBF0-F34D-B150-603D9A0C4D98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622" name="Group 621">
                <a:extLst>
                  <a:ext uri="{FF2B5EF4-FFF2-40B4-BE49-F238E27FC236}">
                    <a16:creationId xmlns:a16="http://schemas.microsoft.com/office/drawing/2014/main" id="{ED35062C-9F1F-E749-B055-50C4573EEC1A}"/>
                  </a:ext>
                </a:extLst>
              </p:cNvPr>
              <p:cNvGrpSpPr/>
              <p:nvPr/>
            </p:nvGrpSpPr>
            <p:grpSpPr>
              <a:xfrm>
                <a:off x="2273396" y="1477284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701" name="Group 700">
                  <a:extLst>
                    <a:ext uri="{FF2B5EF4-FFF2-40B4-BE49-F238E27FC236}">
                      <a16:creationId xmlns:a16="http://schemas.microsoft.com/office/drawing/2014/main" id="{7070DBBF-13A6-0F44-9337-325D735FA263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710" name="Cube 709">
                    <a:extLst>
                      <a:ext uri="{FF2B5EF4-FFF2-40B4-BE49-F238E27FC236}">
                        <a16:creationId xmlns:a16="http://schemas.microsoft.com/office/drawing/2014/main" id="{CA97FF31-7F2F-284E-A99A-298F67C11693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11" name="Cube 710">
                    <a:extLst>
                      <a:ext uri="{FF2B5EF4-FFF2-40B4-BE49-F238E27FC236}">
                        <a16:creationId xmlns:a16="http://schemas.microsoft.com/office/drawing/2014/main" id="{A3959E1D-A556-A94D-906E-D2D1B577D04D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12" name="Cube 711">
                    <a:extLst>
                      <a:ext uri="{FF2B5EF4-FFF2-40B4-BE49-F238E27FC236}">
                        <a16:creationId xmlns:a16="http://schemas.microsoft.com/office/drawing/2014/main" id="{94C9566C-415D-934A-B729-7115E856B116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702" name="Group 701">
                  <a:extLst>
                    <a:ext uri="{FF2B5EF4-FFF2-40B4-BE49-F238E27FC236}">
                      <a16:creationId xmlns:a16="http://schemas.microsoft.com/office/drawing/2014/main" id="{A5B32D11-FD34-384D-9CE9-47BE2FC2CC28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707" name="Cube 706">
                    <a:extLst>
                      <a:ext uri="{FF2B5EF4-FFF2-40B4-BE49-F238E27FC236}">
                        <a16:creationId xmlns:a16="http://schemas.microsoft.com/office/drawing/2014/main" id="{F1DE7FC1-A98E-0649-8ADC-8FEBA35511D2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08" name="Cube 707">
                    <a:extLst>
                      <a:ext uri="{FF2B5EF4-FFF2-40B4-BE49-F238E27FC236}">
                        <a16:creationId xmlns:a16="http://schemas.microsoft.com/office/drawing/2014/main" id="{A7BB98E6-1D36-8742-9EB8-602D0A9A56F1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09" name="Cube 708">
                    <a:extLst>
                      <a:ext uri="{FF2B5EF4-FFF2-40B4-BE49-F238E27FC236}">
                        <a16:creationId xmlns:a16="http://schemas.microsoft.com/office/drawing/2014/main" id="{8014B2E5-10E1-5D45-8B2B-5EDFBB02DDC6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703" name="Group 702">
                  <a:extLst>
                    <a:ext uri="{FF2B5EF4-FFF2-40B4-BE49-F238E27FC236}">
                      <a16:creationId xmlns:a16="http://schemas.microsoft.com/office/drawing/2014/main" id="{6FBCA9B0-B117-1241-8FD0-ECEF1B4C17CE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704" name="Cube 703">
                    <a:extLst>
                      <a:ext uri="{FF2B5EF4-FFF2-40B4-BE49-F238E27FC236}">
                        <a16:creationId xmlns:a16="http://schemas.microsoft.com/office/drawing/2014/main" id="{E0B06D83-9485-C349-81D1-9FE878D8E75B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05" name="Cube 704">
                    <a:extLst>
                      <a:ext uri="{FF2B5EF4-FFF2-40B4-BE49-F238E27FC236}">
                        <a16:creationId xmlns:a16="http://schemas.microsoft.com/office/drawing/2014/main" id="{818AB337-042B-1348-A3C1-6C1E3A0856B0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06" name="Cube 705">
                    <a:extLst>
                      <a:ext uri="{FF2B5EF4-FFF2-40B4-BE49-F238E27FC236}">
                        <a16:creationId xmlns:a16="http://schemas.microsoft.com/office/drawing/2014/main" id="{968E6809-5F2D-4A48-A6BD-2224ECB7732D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623" name="Group 622">
                <a:extLst>
                  <a:ext uri="{FF2B5EF4-FFF2-40B4-BE49-F238E27FC236}">
                    <a16:creationId xmlns:a16="http://schemas.microsoft.com/office/drawing/2014/main" id="{88F6096D-0E65-674E-910C-7DCEAB18A0F2}"/>
                  </a:ext>
                </a:extLst>
              </p:cNvPr>
              <p:cNvGrpSpPr/>
              <p:nvPr/>
            </p:nvGrpSpPr>
            <p:grpSpPr>
              <a:xfrm>
                <a:off x="2104257" y="1644426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689" name="Group 688">
                  <a:extLst>
                    <a:ext uri="{FF2B5EF4-FFF2-40B4-BE49-F238E27FC236}">
                      <a16:creationId xmlns:a16="http://schemas.microsoft.com/office/drawing/2014/main" id="{4EFBB753-BFAC-0E47-8ED9-AC556B8C1A0D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698" name="Cube 697">
                    <a:extLst>
                      <a:ext uri="{FF2B5EF4-FFF2-40B4-BE49-F238E27FC236}">
                        <a16:creationId xmlns:a16="http://schemas.microsoft.com/office/drawing/2014/main" id="{7EF6C5FB-51DF-6944-A677-3589FE0331D5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99" name="Cube 698">
                    <a:extLst>
                      <a:ext uri="{FF2B5EF4-FFF2-40B4-BE49-F238E27FC236}">
                        <a16:creationId xmlns:a16="http://schemas.microsoft.com/office/drawing/2014/main" id="{118E5E25-B6DE-C640-9363-C7C374A9D012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00" name="Cube 699">
                    <a:extLst>
                      <a:ext uri="{FF2B5EF4-FFF2-40B4-BE49-F238E27FC236}">
                        <a16:creationId xmlns:a16="http://schemas.microsoft.com/office/drawing/2014/main" id="{FED98C1A-BD48-1449-8AD5-C1515BA34F7F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90" name="Group 689">
                  <a:extLst>
                    <a:ext uri="{FF2B5EF4-FFF2-40B4-BE49-F238E27FC236}">
                      <a16:creationId xmlns:a16="http://schemas.microsoft.com/office/drawing/2014/main" id="{633667C3-E72B-CF49-9891-3E09D90097AD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695" name="Cube 694">
                    <a:extLst>
                      <a:ext uri="{FF2B5EF4-FFF2-40B4-BE49-F238E27FC236}">
                        <a16:creationId xmlns:a16="http://schemas.microsoft.com/office/drawing/2014/main" id="{C11790AA-4AEC-7C49-A04C-3DF7EFFB3900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96" name="Cube 695">
                    <a:extLst>
                      <a:ext uri="{FF2B5EF4-FFF2-40B4-BE49-F238E27FC236}">
                        <a16:creationId xmlns:a16="http://schemas.microsoft.com/office/drawing/2014/main" id="{A48DDA0F-CB15-6247-8FF1-E40E1DF2D03F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97" name="Cube 696">
                    <a:extLst>
                      <a:ext uri="{FF2B5EF4-FFF2-40B4-BE49-F238E27FC236}">
                        <a16:creationId xmlns:a16="http://schemas.microsoft.com/office/drawing/2014/main" id="{D9281DEF-7D9A-4547-8E14-5367460CEB0B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91" name="Group 690">
                  <a:extLst>
                    <a:ext uri="{FF2B5EF4-FFF2-40B4-BE49-F238E27FC236}">
                      <a16:creationId xmlns:a16="http://schemas.microsoft.com/office/drawing/2014/main" id="{BDE10499-6ECC-C145-9DA2-20A6F7E47E04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692" name="Cube 691">
                    <a:extLst>
                      <a:ext uri="{FF2B5EF4-FFF2-40B4-BE49-F238E27FC236}">
                        <a16:creationId xmlns:a16="http://schemas.microsoft.com/office/drawing/2014/main" id="{B6E00998-6B2E-B042-9836-7D6E72C1748C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93" name="Cube 692">
                    <a:extLst>
                      <a:ext uri="{FF2B5EF4-FFF2-40B4-BE49-F238E27FC236}">
                        <a16:creationId xmlns:a16="http://schemas.microsoft.com/office/drawing/2014/main" id="{7B8E4AC3-8BAD-5340-8801-8908229AC1F2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94" name="Cube 693">
                    <a:extLst>
                      <a:ext uri="{FF2B5EF4-FFF2-40B4-BE49-F238E27FC236}">
                        <a16:creationId xmlns:a16="http://schemas.microsoft.com/office/drawing/2014/main" id="{CD02203E-BB64-C84F-A96B-B7F5B5BAA711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624" name="Group 623">
                <a:extLst>
                  <a:ext uri="{FF2B5EF4-FFF2-40B4-BE49-F238E27FC236}">
                    <a16:creationId xmlns:a16="http://schemas.microsoft.com/office/drawing/2014/main" id="{AC94F7B0-BD42-384D-A30F-E1390892751E}"/>
                  </a:ext>
                </a:extLst>
              </p:cNvPr>
              <p:cNvGrpSpPr/>
              <p:nvPr/>
            </p:nvGrpSpPr>
            <p:grpSpPr>
              <a:xfrm>
                <a:off x="1935118" y="1811568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677" name="Group 676">
                  <a:extLst>
                    <a:ext uri="{FF2B5EF4-FFF2-40B4-BE49-F238E27FC236}">
                      <a16:creationId xmlns:a16="http://schemas.microsoft.com/office/drawing/2014/main" id="{511B8185-3CFB-304D-8373-A941B359902C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686" name="Cube 685">
                    <a:extLst>
                      <a:ext uri="{FF2B5EF4-FFF2-40B4-BE49-F238E27FC236}">
                        <a16:creationId xmlns:a16="http://schemas.microsoft.com/office/drawing/2014/main" id="{A3A54858-5F99-8F43-8137-CBE3594906CC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87" name="Cube 686">
                    <a:extLst>
                      <a:ext uri="{FF2B5EF4-FFF2-40B4-BE49-F238E27FC236}">
                        <a16:creationId xmlns:a16="http://schemas.microsoft.com/office/drawing/2014/main" id="{AE04DE82-B97F-6D4E-B97E-A529D6C25EEE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88" name="Cube 687">
                    <a:extLst>
                      <a:ext uri="{FF2B5EF4-FFF2-40B4-BE49-F238E27FC236}">
                        <a16:creationId xmlns:a16="http://schemas.microsoft.com/office/drawing/2014/main" id="{B5CEF9DB-FF71-4F44-A158-2A028E2BF648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78" name="Group 677">
                  <a:extLst>
                    <a:ext uri="{FF2B5EF4-FFF2-40B4-BE49-F238E27FC236}">
                      <a16:creationId xmlns:a16="http://schemas.microsoft.com/office/drawing/2014/main" id="{F5952B0F-CD45-1B4B-B37E-0F24A68AC3E2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683" name="Cube 682">
                    <a:extLst>
                      <a:ext uri="{FF2B5EF4-FFF2-40B4-BE49-F238E27FC236}">
                        <a16:creationId xmlns:a16="http://schemas.microsoft.com/office/drawing/2014/main" id="{FF5572C8-E22D-F644-A92A-008F09D19301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84" name="Cube 683">
                    <a:extLst>
                      <a:ext uri="{FF2B5EF4-FFF2-40B4-BE49-F238E27FC236}">
                        <a16:creationId xmlns:a16="http://schemas.microsoft.com/office/drawing/2014/main" id="{EB544C4D-1A3B-0F45-9359-68E63F75B6BE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85" name="Cube 684">
                    <a:extLst>
                      <a:ext uri="{FF2B5EF4-FFF2-40B4-BE49-F238E27FC236}">
                        <a16:creationId xmlns:a16="http://schemas.microsoft.com/office/drawing/2014/main" id="{13A72B95-11A2-E04D-BA12-28A4BD50DF33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79" name="Group 678">
                  <a:extLst>
                    <a:ext uri="{FF2B5EF4-FFF2-40B4-BE49-F238E27FC236}">
                      <a16:creationId xmlns:a16="http://schemas.microsoft.com/office/drawing/2014/main" id="{D7B76277-4032-C248-AC07-0631D912E863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680" name="Cube 679">
                    <a:extLst>
                      <a:ext uri="{FF2B5EF4-FFF2-40B4-BE49-F238E27FC236}">
                        <a16:creationId xmlns:a16="http://schemas.microsoft.com/office/drawing/2014/main" id="{14E83854-5C1E-9F4B-8787-57BFD1C255B7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81" name="Cube 680">
                    <a:extLst>
                      <a:ext uri="{FF2B5EF4-FFF2-40B4-BE49-F238E27FC236}">
                        <a16:creationId xmlns:a16="http://schemas.microsoft.com/office/drawing/2014/main" id="{882C5F50-E6C6-2948-A27A-220DAAE89801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82" name="Cube 681">
                    <a:extLst>
                      <a:ext uri="{FF2B5EF4-FFF2-40B4-BE49-F238E27FC236}">
                        <a16:creationId xmlns:a16="http://schemas.microsoft.com/office/drawing/2014/main" id="{CC516533-6C8A-6A4F-98F3-CC066DDBB538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625" name="Group 624">
                <a:extLst>
                  <a:ext uri="{FF2B5EF4-FFF2-40B4-BE49-F238E27FC236}">
                    <a16:creationId xmlns:a16="http://schemas.microsoft.com/office/drawing/2014/main" id="{9DDB38E0-3059-AF43-A135-DD4E19EA767D}"/>
                  </a:ext>
                </a:extLst>
              </p:cNvPr>
              <p:cNvGrpSpPr/>
              <p:nvPr/>
            </p:nvGrpSpPr>
            <p:grpSpPr>
              <a:xfrm>
                <a:off x="1765979" y="1978710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665" name="Group 664">
                  <a:extLst>
                    <a:ext uri="{FF2B5EF4-FFF2-40B4-BE49-F238E27FC236}">
                      <a16:creationId xmlns:a16="http://schemas.microsoft.com/office/drawing/2014/main" id="{79F63C58-C55E-5149-B5FA-7204F73C1F0D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674" name="Cube 673">
                    <a:extLst>
                      <a:ext uri="{FF2B5EF4-FFF2-40B4-BE49-F238E27FC236}">
                        <a16:creationId xmlns:a16="http://schemas.microsoft.com/office/drawing/2014/main" id="{DDC2BCDD-1FEF-CF46-BBA2-F66476673ACC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75" name="Cube 674">
                    <a:extLst>
                      <a:ext uri="{FF2B5EF4-FFF2-40B4-BE49-F238E27FC236}">
                        <a16:creationId xmlns:a16="http://schemas.microsoft.com/office/drawing/2014/main" id="{BA67D09F-D433-B24D-944E-CFFE661AC2C6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76" name="Cube 675">
                    <a:extLst>
                      <a:ext uri="{FF2B5EF4-FFF2-40B4-BE49-F238E27FC236}">
                        <a16:creationId xmlns:a16="http://schemas.microsoft.com/office/drawing/2014/main" id="{940396D6-C659-1E44-A0A3-919B0502B416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66" name="Group 665">
                  <a:extLst>
                    <a:ext uri="{FF2B5EF4-FFF2-40B4-BE49-F238E27FC236}">
                      <a16:creationId xmlns:a16="http://schemas.microsoft.com/office/drawing/2014/main" id="{603C4CBE-5B8F-F94D-A190-BC3EF2FACA7F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671" name="Cube 670">
                    <a:extLst>
                      <a:ext uri="{FF2B5EF4-FFF2-40B4-BE49-F238E27FC236}">
                        <a16:creationId xmlns:a16="http://schemas.microsoft.com/office/drawing/2014/main" id="{7EA6F6C1-1327-F748-8979-CF022A08997A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72" name="Cube 671">
                    <a:extLst>
                      <a:ext uri="{FF2B5EF4-FFF2-40B4-BE49-F238E27FC236}">
                        <a16:creationId xmlns:a16="http://schemas.microsoft.com/office/drawing/2014/main" id="{494B1095-63D3-3E43-A69C-060590C73E85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73" name="Cube 672">
                    <a:extLst>
                      <a:ext uri="{FF2B5EF4-FFF2-40B4-BE49-F238E27FC236}">
                        <a16:creationId xmlns:a16="http://schemas.microsoft.com/office/drawing/2014/main" id="{ECB187C1-EF7C-824D-BD90-D4701F8549FA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67" name="Group 666">
                  <a:extLst>
                    <a:ext uri="{FF2B5EF4-FFF2-40B4-BE49-F238E27FC236}">
                      <a16:creationId xmlns:a16="http://schemas.microsoft.com/office/drawing/2014/main" id="{E5CD41F5-5A8D-8F48-9A50-15BC447F6507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668" name="Cube 667">
                    <a:extLst>
                      <a:ext uri="{FF2B5EF4-FFF2-40B4-BE49-F238E27FC236}">
                        <a16:creationId xmlns:a16="http://schemas.microsoft.com/office/drawing/2014/main" id="{4F9405EC-3C99-864A-A0E6-BFD93A03174D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69" name="Cube 668">
                    <a:extLst>
                      <a:ext uri="{FF2B5EF4-FFF2-40B4-BE49-F238E27FC236}">
                        <a16:creationId xmlns:a16="http://schemas.microsoft.com/office/drawing/2014/main" id="{B7F8B399-48F7-6F4A-AF18-794103207B53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70" name="Cube 669">
                    <a:extLst>
                      <a:ext uri="{FF2B5EF4-FFF2-40B4-BE49-F238E27FC236}">
                        <a16:creationId xmlns:a16="http://schemas.microsoft.com/office/drawing/2014/main" id="{E2719A95-0CA1-2945-AAFB-08394FBCE6D6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626" name="Group 625">
                <a:extLst>
                  <a:ext uri="{FF2B5EF4-FFF2-40B4-BE49-F238E27FC236}">
                    <a16:creationId xmlns:a16="http://schemas.microsoft.com/office/drawing/2014/main" id="{669E36F8-7E5C-A743-A3F9-17EB04DC4E50}"/>
                  </a:ext>
                </a:extLst>
              </p:cNvPr>
              <p:cNvGrpSpPr/>
              <p:nvPr/>
            </p:nvGrpSpPr>
            <p:grpSpPr>
              <a:xfrm>
                <a:off x="1596840" y="2145852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653" name="Group 652">
                  <a:extLst>
                    <a:ext uri="{FF2B5EF4-FFF2-40B4-BE49-F238E27FC236}">
                      <a16:creationId xmlns:a16="http://schemas.microsoft.com/office/drawing/2014/main" id="{4CD2B358-4248-1741-8183-DA9F389DC7D5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662" name="Cube 661">
                    <a:extLst>
                      <a:ext uri="{FF2B5EF4-FFF2-40B4-BE49-F238E27FC236}">
                        <a16:creationId xmlns:a16="http://schemas.microsoft.com/office/drawing/2014/main" id="{BAC759EB-3696-1D4E-82A9-D4B6633D9F6C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63" name="Cube 662">
                    <a:extLst>
                      <a:ext uri="{FF2B5EF4-FFF2-40B4-BE49-F238E27FC236}">
                        <a16:creationId xmlns:a16="http://schemas.microsoft.com/office/drawing/2014/main" id="{F10EEDD6-601F-274B-9760-2086DD79990D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64" name="Cube 663">
                    <a:extLst>
                      <a:ext uri="{FF2B5EF4-FFF2-40B4-BE49-F238E27FC236}">
                        <a16:creationId xmlns:a16="http://schemas.microsoft.com/office/drawing/2014/main" id="{D577A492-3904-D645-B7C5-2B1E3E2D5F9F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54" name="Group 653">
                  <a:extLst>
                    <a:ext uri="{FF2B5EF4-FFF2-40B4-BE49-F238E27FC236}">
                      <a16:creationId xmlns:a16="http://schemas.microsoft.com/office/drawing/2014/main" id="{64E1E508-806E-EF4C-BB9D-B75A73C92214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659" name="Cube 658">
                    <a:extLst>
                      <a:ext uri="{FF2B5EF4-FFF2-40B4-BE49-F238E27FC236}">
                        <a16:creationId xmlns:a16="http://schemas.microsoft.com/office/drawing/2014/main" id="{1A91D78D-3BC7-714E-B975-F2F7A817C7C6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60" name="Cube 659">
                    <a:extLst>
                      <a:ext uri="{FF2B5EF4-FFF2-40B4-BE49-F238E27FC236}">
                        <a16:creationId xmlns:a16="http://schemas.microsoft.com/office/drawing/2014/main" id="{59675C66-ABB9-2F48-A96D-372AEDBF9318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61" name="Cube 660">
                    <a:extLst>
                      <a:ext uri="{FF2B5EF4-FFF2-40B4-BE49-F238E27FC236}">
                        <a16:creationId xmlns:a16="http://schemas.microsoft.com/office/drawing/2014/main" id="{A6FA9D32-F92C-D749-8380-C1DBB4F1651D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55" name="Group 654">
                  <a:extLst>
                    <a:ext uri="{FF2B5EF4-FFF2-40B4-BE49-F238E27FC236}">
                      <a16:creationId xmlns:a16="http://schemas.microsoft.com/office/drawing/2014/main" id="{832C4867-C8E2-8C45-9400-CC860BCA04B4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656" name="Cube 655">
                    <a:extLst>
                      <a:ext uri="{FF2B5EF4-FFF2-40B4-BE49-F238E27FC236}">
                        <a16:creationId xmlns:a16="http://schemas.microsoft.com/office/drawing/2014/main" id="{14B9DA3F-8532-D942-A654-BF41A561ED89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57" name="Cube 656">
                    <a:extLst>
                      <a:ext uri="{FF2B5EF4-FFF2-40B4-BE49-F238E27FC236}">
                        <a16:creationId xmlns:a16="http://schemas.microsoft.com/office/drawing/2014/main" id="{A26FC90B-32DE-0641-B93B-6511ABCD598F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58" name="Cube 657">
                    <a:extLst>
                      <a:ext uri="{FF2B5EF4-FFF2-40B4-BE49-F238E27FC236}">
                        <a16:creationId xmlns:a16="http://schemas.microsoft.com/office/drawing/2014/main" id="{342A3051-E4B3-5848-A1A7-0FB5BE4C3461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627" name="Group 626">
                <a:extLst>
                  <a:ext uri="{FF2B5EF4-FFF2-40B4-BE49-F238E27FC236}">
                    <a16:creationId xmlns:a16="http://schemas.microsoft.com/office/drawing/2014/main" id="{52E33207-21EC-314A-AAB6-6079B760E34B}"/>
                  </a:ext>
                </a:extLst>
              </p:cNvPr>
              <p:cNvGrpSpPr/>
              <p:nvPr/>
            </p:nvGrpSpPr>
            <p:grpSpPr>
              <a:xfrm>
                <a:off x="1427700" y="2312994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641" name="Group 640">
                  <a:extLst>
                    <a:ext uri="{FF2B5EF4-FFF2-40B4-BE49-F238E27FC236}">
                      <a16:creationId xmlns:a16="http://schemas.microsoft.com/office/drawing/2014/main" id="{ECA229E8-95EF-4143-B3EE-8EC96AEAF410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650" name="Cube 649">
                    <a:extLst>
                      <a:ext uri="{FF2B5EF4-FFF2-40B4-BE49-F238E27FC236}">
                        <a16:creationId xmlns:a16="http://schemas.microsoft.com/office/drawing/2014/main" id="{9C3B23F8-165D-8C46-BD20-9B7200A1E3B3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51" name="Cube 650">
                    <a:extLst>
                      <a:ext uri="{FF2B5EF4-FFF2-40B4-BE49-F238E27FC236}">
                        <a16:creationId xmlns:a16="http://schemas.microsoft.com/office/drawing/2014/main" id="{E69DE9B9-C342-AA45-B1A4-9F867005387B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52" name="Cube 651">
                    <a:extLst>
                      <a:ext uri="{FF2B5EF4-FFF2-40B4-BE49-F238E27FC236}">
                        <a16:creationId xmlns:a16="http://schemas.microsoft.com/office/drawing/2014/main" id="{B6E28656-F9A1-7640-9E05-898AF4E52173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42" name="Group 641">
                  <a:extLst>
                    <a:ext uri="{FF2B5EF4-FFF2-40B4-BE49-F238E27FC236}">
                      <a16:creationId xmlns:a16="http://schemas.microsoft.com/office/drawing/2014/main" id="{8E34B0A3-B788-7542-B896-1FDDB77C5634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647" name="Cube 646">
                    <a:extLst>
                      <a:ext uri="{FF2B5EF4-FFF2-40B4-BE49-F238E27FC236}">
                        <a16:creationId xmlns:a16="http://schemas.microsoft.com/office/drawing/2014/main" id="{68ED6A35-9F55-C54A-8BBD-8F84B58804B7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48" name="Cube 647">
                    <a:extLst>
                      <a:ext uri="{FF2B5EF4-FFF2-40B4-BE49-F238E27FC236}">
                        <a16:creationId xmlns:a16="http://schemas.microsoft.com/office/drawing/2014/main" id="{5A866861-A294-1A49-A603-718F781C96F4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49" name="Cube 648">
                    <a:extLst>
                      <a:ext uri="{FF2B5EF4-FFF2-40B4-BE49-F238E27FC236}">
                        <a16:creationId xmlns:a16="http://schemas.microsoft.com/office/drawing/2014/main" id="{03CB4469-F61C-A846-9936-779F4741A2BA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43" name="Group 642">
                  <a:extLst>
                    <a:ext uri="{FF2B5EF4-FFF2-40B4-BE49-F238E27FC236}">
                      <a16:creationId xmlns:a16="http://schemas.microsoft.com/office/drawing/2014/main" id="{84090390-DA49-9D43-98E6-9BF6723BEF56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644" name="Cube 643">
                    <a:extLst>
                      <a:ext uri="{FF2B5EF4-FFF2-40B4-BE49-F238E27FC236}">
                        <a16:creationId xmlns:a16="http://schemas.microsoft.com/office/drawing/2014/main" id="{D6CF750A-CE7A-5E41-9A68-024E9B70C587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45" name="Cube 644">
                    <a:extLst>
                      <a:ext uri="{FF2B5EF4-FFF2-40B4-BE49-F238E27FC236}">
                        <a16:creationId xmlns:a16="http://schemas.microsoft.com/office/drawing/2014/main" id="{A2A20F3C-0360-2E4C-A607-B79232398BB7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46" name="Cube 645">
                    <a:extLst>
                      <a:ext uri="{FF2B5EF4-FFF2-40B4-BE49-F238E27FC236}">
                        <a16:creationId xmlns:a16="http://schemas.microsoft.com/office/drawing/2014/main" id="{DA19D0C0-1202-5D46-A910-6AE87428556A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628" name="Group 627">
                <a:extLst>
                  <a:ext uri="{FF2B5EF4-FFF2-40B4-BE49-F238E27FC236}">
                    <a16:creationId xmlns:a16="http://schemas.microsoft.com/office/drawing/2014/main" id="{70633527-2145-6242-80FB-CD5AF47D0554}"/>
                  </a:ext>
                </a:extLst>
              </p:cNvPr>
              <p:cNvGrpSpPr/>
              <p:nvPr/>
            </p:nvGrpSpPr>
            <p:grpSpPr>
              <a:xfrm>
                <a:off x="1258561" y="2480134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629" name="Group 628">
                  <a:extLst>
                    <a:ext uri="{FF2B5EF4-FFF2-40B4-BE49-F238E27FC236}">
                      <a16:creationId xmlns:a16="http://schemas.microsoft.com/office/drawing/2014/main" id="{9A2C0790-543A-1449-9D48-92BC539E9942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638" name="Cube 637">
                    <a:extLst>
                      <a:ext uri="{FF2B5EF4-FFF2-40B4-BE49-F238E27FC236}">
                        <a16:creationId xmlns:a16="http://schemas.microsoft.com/office/drawing/2014/main" id="{C256FFAB-1D92-5E42-8156-1B6D271C12E8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39" name="Cube 638">
                    <a:extLst>
                      <a:ext uri="{FF2B5EF4-FFF2-40B4-BE49-F238E27FC236}">
                        <a16:creationId xmlns:a16="http://schemas.microsoft.com/office/drawing/2014/main" id="{FD9E4F69-3D2E-5F4D-B0E1-F171B01C5588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40" name="Cube 639">
                    <a:extLst>
                      <a:ext uri="{FF2B5EF4-FFF2-40B4-BE49-F238E27FC236}">
                        <a16:creationId xmlns:a16="http://schemas.microsoft.com/office/drawing/2014/main" id="{FE5D4AB4-B0FE-7D4F-BCD0-0B1CE836BC7C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30" name="Group 629">
                  <a:extLst>
                    <a:ext uri="{FF2B5EF4-FFF2-40B4-BE49-F238E27FC236}">
                      <a16:creationId xmlns:a16="http://schemas.microsoft.com/office/drawing/2014/main" id="{6414DD54-3BD3-A446-8A30-DCB54E92B22B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635" name="Cube 634">
                    <a:extLst>
                      <a:ext uri="{FF2B5EF4-FFF2-40B4-BE49-F238E27FC236}">
                        <a16:creationId xmlns:a16="http://schemas.microsoft.com/office/drawing/2014/main" id="{E2CACCCC-FFB5-A94A-A6A8-9C815089C2F8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36" name="Cube 635">
                    <a:extLst>
                      <a:ext uri="{FF2B5EF4-FFF2-40B4-BE49-F238E27FC236}">
                        <a16:creationId xmlns:a16="http://schemas.microsoft.com/office/drawing/2014/main" id="{2E0034F2-FBCD-F94C-9E1D-CBD9E70D9012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37" name="Cube 636">
                    <a:extLst>
                      <a:ext uri="{FF2B5EF4-FFF2-40B4-BE49-F238E27FC236}">
                        <a16:creationId xmlns:a16="http://schemas.microsoft.com/office/drawing/2014/main" id="{9EABE6E8-AC4F-A342-A658-E556C2D52DFE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31" name="Group 630">
                  <a:extLst>
                    <a:ext uri="{FF2B5EF4-FFF2-40B4-BE49-F238E27FC236}">
                      <a16:creationId xmlns:a16="http://schemas.microsoft.com/office/drawing/2014/main" id="{6A2E929E-4E5B-F948-95F5-1283A1A17EBD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632" name="Cube 631">
                    <a:extLst>
                      <a:ext uri="{FF2B5EF4-FFF2-40B4-BE49-F238E27FC236}">
                        <a16:creationId xmlns:a16="http://schemas.microsoft.com/office/drawing/2014/main" id="{DEE7F50E-9586-C04C-9AC7-ABA529079B90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33" name="Cube 632">
                    <a:extLst>
                      <a:ext uri="{FF2B5EF4-FFF2-40B4-BE49-F238E27FC236}">
                        <a16:creationId xmlns:a16="http://schemas.microsoft.com/office/drawing/2014/main" id="{90FA71C3-90A8-9C45-B1C6-6AE4CB57E3EC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34" name="Cube 633">
                    <a:extLst>
                      <a:ext uri="{FF2B5EF4-FFF2-40B4-BE49-F238E27FC236}">
                        <a16:creationId xmlns:a16="http://schemas.microsoft.com/office/drawing/2014/main" id="{BA55C1D3-25A2-4344-9ADE-4BDE21A2D8EC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  <p:grpSp>
          <p:nvGrpSpPr>
            <p:cNvPr id="737" name="Group 736">
              <a:extLst>
                <a:ext uri="{FF2B5EF4-FFF2-40B4-BE49-F238E27FC236}">
                  <a16:creationId xmlns:a16="http://schemas.microsoft.com/office/drawing/2014/main" id="{72539DAA-913F-9D4C-A209-4BE309720795}"/>
                </a:ext>
              </a:extLst>
            </p:cNvPr>
            <p:cNvGrpSpPr/>
            <p:nvPr/>
          </p:nvGrpSpPr>
          <p:grpSpPr>
            <a:xfrm>
              <a:off x="1967885" y="1999891"/>
              <a:ext cx="6047245" cy="2007277"/>
              <a:chOff x="1258561" y="1143000"/>
              <a:chExt cx="6047245" cy="2007277"/>
            </a:xfrm>
            <a:grpFill/>
          </p:grpSpPr>
          <p:grpSp>
            <p:nvGrpSpPr>
              <p:cNvPr id="738" name="Group 737">
                <a:extLst>
                  <a:ext uri="{FF2B5EF4-FFF2-40B4-BE49-F238E27FC236}">
                    <a16:creationId xmlns:a16="http://schemas.microsoft.com/office/drawing/2014/main" id="{290BB8A7-AD01-024A-9444-A42B870ED086}"/>
                  </a:ext>
                </a:extLst>
              </p:cNvPr>
              <p:cNvGrpSpPr/>
              <p:nvPr/>
            </p:nvGrpSpPr>
            <p:grpSpPr>
              <a:xfrm>
                <a:off x="2611677" y="1143000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843" name="Group 842">
                  <a:extLst>
                    <a:ext uri="{FF2B5EF4-FFF2-40B4-BE49-F238E27FC236}">
                      <a16:creationId xmlns:a16="http://schemas.microsoft.com/office/drawing/2014/main" id="{F5170892-CD18-AE46-827D-7344125583F1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852" name="Cube 851">
                    <a:extLst>
                      <a:ext uri="{FF2B5EF4-FFF2-40B4-BE49-F238E27FC236}">
                        <a16:creationId xmlns:a16="http://schemas.microsoft.com/office/drawing/2014/main" id="{5CB54FA3-D21E-D14D-8B5D-4E9E44980ACD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53" name="Cube 852">
                    <a:extLst>
                      <a:ext uri="{FF2B5EF4-FFF2-40B4-BE49-F238E27FC236}">
                        <a16:creationId xmlns:a16="http://schemas.microsoft.com/office/drawing/2014/main" id="{F4E9C118-9409-E84C-858B-9AFE4B7DC02C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54" name="Cube 853">
                    <a:extLst>
                      <a:ext uri="{FF2B5EF4-FFF2-40B4-BE49-F238E27FC236}">
                        <a16:creationId xmlns:a16="http://schemas.microsoft.com/office/drawing/2014/main" id="{F8B77AAA-51F4-D64F-807B-B083A6F857E4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844" name="Group 843">
                  <a:extLst>
                    <a:ext uri="{FF2B5EF4-FFF2-40B4-BE49-F238E27FC236}">
                      <a16:creationId xmlns:a16="http://schemas.microsoft.com/office/drawing/2014/main" id="{7BF6821E-F8DC-1946-8352-7A549EF17D32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849" name="Cube 848">
                    <a:extLst>
                      <a:ext uri="{FF2B5EF4-FFF2-40B4-BE49-F238E27FC236}">
                        <a16:creationId xmlns:a16="http://schemas.microsoft.com/office/drawing/2014/main" id="{28BFF2CD-A7C8-4F4C-B1C1-E32DBE5C178F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50" name="Cube 849">
                    <a:extLst>
                      <a:ext uri="{FF2B5EF4-FFF2-40B4-BE49-F238E27FC236}">
                        <a16:creationId xmlns:a16="http://schemas.microsoft.com/office/drawing/2014/main" id="{4D00EA74-5EF6-D34B-A38F-828BD123D2E9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51" name="Cube 850">
                    <a:extLst>
                      <a:ext uri="{FF2B5EF4-FFF2-40B4-BE49-F238E27FC236}">
                        <a16:creationId xmlns:a16="http://schemas.microsoft.com/office/drawing/2014/main" id="{94505B51-60E9-4541-803C-8B515D00D5F0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845" name="Group 844">
                  <a:extLst>
                    <a:ext uri="{FF2B5EF4-FFF2-40B4-BE49-F238E27FC236}">
                      <a16:creationId xmlns:a16="http://schemas.microsoft.com/office/drawing/2014/main" id="{8D880BF9-651B-BF4C-9385-70650CD4C2CB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846" name="Cube 845">
                    <a:extLst>
                      <a:ext uri="{FF2B5EF4-FFF2-40B4-BE49-F238E27FC236}">
                        <a16:creationId xmlns:a16="http://schemas.microsoft.com/office/drawing/2014/main" id="{1B64D2B7-51D2-E64C-AA98-410BE6381168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47" name="Cube 846">
                    <a:extLst>
                      <a:ext uri="{FF2B5EF4-FFF2-40B4-BE49-F238E27FC236}">
                        <a16:creationId xmlns:a16="http://schemas.microsoft.com/office/drawing/2014/main" id="{52B472AD-5C42-C148-92EF-2C8063EA4A55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48" name="Cube 847">
                    <a:extLst>
                      <a:ext uri="{FF2B5EF4-FFF2-40B4-BE49-F238E27FC236}">
                        <a16:creationId xmlns:a16="http://schemas.microsoft.com/office/drawing/2014/main" id="{F27F8BB0-2A3C-9748-A10A-AEEC7C009FF5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739" name="Group 738">
                <a:extLst>
                  <a:ext uri="{FF2B5EF4-FFF2-40B4-BE49-F238E27FC236}">
                    <a16:creationId xmlns:a16="http://schemas.microsoft.com/office/drawing/2014/main" id="{D222461F-26AE-9B41-A7C5-C4AFAF40884E}"/>
                  </a:ext>
                </a:extLst>
              </p:cNvPr>
              <p:cNvGrpSpPr/>
              <p:nvPr/>
            </p:nvGrpSpPr>
            <p:grpSpPr>
              <a:xfrm>
                <a:off x="2442535" y="1310142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831" name="Group 830">
                  <a:extLst>
                    <a:ext uri="{FF2B5EF4-FFF2-40B4-BE49-F238E27FC236}">
                      <a16:creationId xmlns:a16="http://schemas.microsoft.com/office/drawing/2014/main" id="{1163E4F2-FEA6-CF4B-9803-788F50C75F7B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840" name="Cube 839">
                    <a:extLst>
                      <a:ext uri="{FF2B5EF4-FFF2-40B4-BE49-F238E27FC236}">
                        <a16:creationId xmlns:a16="http://schemas.microsoft.com/office/drawing/2014/main" id="{79945FFE-718A-A04F-8415-F64B9F46907F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41" name="Cube 840">
                    <a:extLst>
                      <a:ext uri="{FF2B5EF4-FFF2-40B4-BE49-F238E27FC236}">
                        <a16:creationId xmlns:a16="http://schemas.microsoft.com/office/drawing/2014/main" id="{39DB9659-0A07-9A4F-9123-C349FF111E23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42" name="Cube 841">
                    <a:extLst>
                      <a:ext uri="{FF2B5EF4-FFF2-40B4-BE49-F238E27FC236}">
                        <a16:creationId xmlns:a16="http://schemas.microsoft.com/office/drawing/2014/main" id="{2540C40C-CCA6-1843-A4E5-BB04370A1B12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832" name="Group 831">
                  <a:extLst>
                    <a:ext uri="{FF2B5EF4-FFF2-40B4-BE49-F238E27FC236}">
                      <a16:creationId xmlns:a16="http://schemas.microsoft.com/office/drawing/2014/main" id="{32AEFE0E-7A77-754A-B721-2E3D4F78828E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837" name="Cube 836">
                    <a:extLst>
                      <a:ext uri="{FF2B5EF4-FFF2-40B4-BE49-F238E27FC236}">
                        <a16:creationId xmlns:a16="http://schemas.microsoft.com/office/drawing/2014/main" id="{1B55E1F6-912A-874A-AB47-5FA9E7623185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38" name="Cube 837">
                    <a:extLst>
                      <a:ext uri="{FF2B5EF4-FFF2-40B4-BE49-F238E27FC236}">
                        <a16:creationId xmlns:a16="http://schemas.microsoft.com/office/drawing/2014/main" id="{71E5E922-867B-BC4F-971E-4BC73A134EDA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39" name="Cube 838">
                    <a:extLst>
                      <a:ext uri="{FF2B5EF4-FFF2-40B4-BE49-F238E27FC236}">
                        <a16:creationId xmlns:a16="http://schemas.microsoft.com/office/drawing/2014/main" id="{9CF7440D-ED08-544C-8C98-35E390D40F5D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833" name="Group 832">
                  <a:extLst>
                    <a:ext uri="{FF2B5EF4-FFF2-40B4-BE49-F238E27FC236}">
                      <a16:creationId xmlns:a16="http://schemas.microsoft.com/office/drawing/2014/main" id="{8062E6EB-5BBB-3248-A0A9-F64EF2E09D54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834" name="Cube 833">
                    <a:extLst>
                      <a:ext uri="{FF2B5EF4-FFF2-40B4-BE49-F238E27FC236}">
                        <a16:creationId xmlns:a16="http://schemas.microsoft.com/office/drawing/2014/main" id="{CD2A0136-A41F-9546-9122-0B95518B233A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35" name="Cube 834">
                    <a:extLst>
                      <a:ext uri="{FF2B5EF4-FFF2-40B4-BE49-F238E27FC236}">
                        <a16:creationId xmlns:a16="http://schemas.microsoft.com/office/drawing/2014/main" id="{1C514B77-E091-304C-AA5E-34A440BAA08F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36" name="Cube 835">
                    <a:extLst>
                      <a:ext uri="{FF2B5EF4-FFF2-40B4-BE49-F238E27FC236}">
                        <a16:creationId xmlns:a16="http://schemas.microsoft.com/office/drawing/2014/main" id="{796B2F83-C5B8-834A-97BD-7E8D54284349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740" name="Group 739">
                <a:extLst>
                  <a:ext uri="{FF2B5EF4-FFF2-40B4-BE49-F238E27FC236}">
                    <a16:creationId xmlns:a16="http://schemas.microsoft.com/office/drawing/2014/main" id="{240780F8-1C25-E84E-8575-F702DC8AEFF1}"/>
                  </a:ext>
                </a:extLst>
              </p:cNvPr>
              <p:cNvGrpSpPr/>
              <p:nvPr/>
            </p:nvGrpSpPr>
            <p:grpSpPr>
              <a:xfrm>
                <a:off x="2273396" y="1477284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819" name="Group 818">
                  <a:extLst>
                    <a:ext uri="{FF2B5EF4-FFF2-40B4-BE49-F238E27FC236}">
                      <a16:creationId xmlns:a16="http://schemas.microsoft.com/office/drawing/2014/main" id="{3D1E6592-4654-CC43-B5CD-D33F67507537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828" name="Cube 827">
                    <a:extLst>
                      <a:ext uri="{FF2B5EF4-FFF2-40B4-BE49-F238E27FC236}">
                        <a16:creationId xmlns:a16="http://schemas.microsoft.com/office/drawing/2014/main" id="{F357C032-5E7A-8E4E-B9D0-5E674B5E4470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29" name="Cube 828">
                    <a:extLst>
                      <a:ext uri="{FF2B5EF4-FFF2-40B4-BE49-F238E27FC236}">
                        <a16:creationId xmlns:a16="http://schemas.microsoft.com/office/drawing/2014/main" id="{11B00E68-3BBD-6340-91D8-2A6C5813D1A7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30" name="Cube 829">
                    <a:extLst>
                      <a:ext uri="{FF2B5EF4-FFF2-40B4-BE49-F238E27FC236}">
                        <a16:creationId xmlns:a16="http://schemas.microsoft.com/office/drawing/2014/main" id="{E1AF1D05-EEDD-8E4A-BE24-3C77D4EDBE74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820" name="Group 819">
                  <a:extLst>
                    <a:ext uri="{FF2B5EF4-FFF2-40B4-BE49-F238E27FC236}">
                      <a16:creationId xmlns:a16="http://schemas.microsoft.com/office/drawing/2014/main" id="{B19DF7B3-795C-1D4D-AB65-25A284CB0186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825" name="Cube 824">
                    <a:extLst>
                      <a:ext uri="{FF2B5EF4-FFF2-40B4-BE49-F238E27FC236}">
                        <a16:creationId xmlns:a16="http://schemas.microsoft.com/office/drawing/2014/main" id="{DE109CBC-6369-BA46-A3CB-E2A2AC5DF2B4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26" name="Cube 825">
                    <a:extLst>
                      <a:ext uri="{FF2B5EF4-FFF2-40B4-BE49-F238E27FC236}">
                        <a16:creationId xmlns:a16="http://schemas.microsoft.com/office/drawing/2014/main" id="{0EFE8539-FACA-3A41-A14A-593838866A45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27" name="Cube 826">
                    <a:extLst>
                      <a:ext uri="{FF2B5EF4-FFF2-40B4-BE49-F238E27FC236}">
                        <a16:creationId xmlns:a16="http://schemas.microsoft.com/office/drawing/2014/main" id="{33B2CC04-596A-2A4B-83F6-44A886EDC3AE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821" name="Group 820">
                  <a:extLst>
                    <a:ext uri="{FF2B5EF4-FFF2-40B4-BE49-F238E27FC236}">
                      <a16:creationId xmlns:a16="http://schemas.microsoft.com/office/drawing/2014/main" id="{590F24C2-EA74-5340-BF70-8AAC5E5A2A44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822" name="Cube 821">
                    <a:extLst>
                      <a:ext uri="{FF2B5EF4-FFF2-40B4-BE49-F238E27FC236}">
                        <a16:creationId xmlns:a16="http://schemas.microsoft.com/office/drawing/2014/main" id="{291A8BA2-E41F-3A46-9BDA-42BC07684795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23" name="Cube 822">
                    <a:extLst>
                      <a:ext uri="{FF2B5EF4-FFF2-40B4-BE49-F238E27FC236}">
                        <a16:creationId xmlns:a16="http://schemas.microsoft.com/office/drawing/2014/main" id="{36580689-457C-7545-A085-76B6C9E707B0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24" name="Cube 823">
                    <a:extLst>
                      <a:ext uri="{FF2B5EF4-FFF2-40B4-BE49-F238E27FC236}">
                        <a16:creationId xmlns:a16="http://schemas.microsoft.com/office/drawing/2014/main" id="{464FF9BB-9AB9-3349-80A7-219FADE11983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741" name="Group 740">
                <a:extLst>
                  <a:ext uri="{FF2B5EF4-FFF2-40B4-BE49-F238E27FC236}">
                    <a16:creationId xmlns:a16="http://schemas.microsoft.com/office/drawing/2014/main" id="{4D06C5A6-6545-FF46-8AD2-5A003BC77DFC}"/>
                  </a:ext>
                </a:extLst>
              </p:cNvPr>
              <p:cNvGrpSpPr/>
              <p:nvPr/>
            </p:nvGrpSpPr>
            <p:grpSpPr>
              <a:xfrm>
                <a:off x="2104257" y="1644426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807" name="Group 806">
                  <a:extLst>
                    <a:ext uri="{FF2B5EF4-FFF2-40B4-BE49-F238E27FC236}">
                      <a16:creationId xmlns:a16="http://schemas.microsoft.com/office/drawing/2014/main" id="{F10432F1-6F70-0D43-A07F-A91844492575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816" name="Cube 815">
                    <a:extLst>
                      <a:ext uri="{FF2B5EF4-FFF2-40B4-BE49-F238E27FC236}">
                        <a16:creationId xmlns:a16="http://schemas.microsoft.com/office/drawing/2014/main" id="{AFDC7558-8984-B440-B306-D658A86A662F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17" name="Cube 816">
                    <a:extLst>
                      <a:ext uri="{FF2B5EF4-FFF2-40B4-BE49-F238E27FC236}">
                        <a16:creationId xmlns:a16="http://schemas.microsoft.com/office/drawing/2014/main" id="{1F0CE1CF-CFF4-5342-A8E1-81FCEA3F6A0A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18" name="Cube 817">
                    <a:extLst>
                      <a:ext uri="{FF2B5EF4-FFF2-40B4-BE49-F238E27FC236}">
                        <a16:creationId xmlns:a16="http://schemas.microsoft.com/office/drawing/2014/main" id="{E38ACF73-EACA-024E-9258-ADCF1CA9BBC5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808" name="Group 807">
                  <a:extLst>
                    <a:ext uri="{FF2B5EF4-FFF2-40B4-BE49-F238E27FC236}">
                      <a16:creationId xmlns:a16="http://schemas.microsoft.com/office/drawing/2014/main" id="{4DF81F92-EB4C-9744-8BE0-E1F8301DC065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813" name="Cube 812">
                    <a:extLst>
                      <a:ext uri="{FF2B5EF4-FFF2-40B4-BE49-F238E27FC236}">
                        <a16:creationId xmlns:a16="http://schemas.microsoft.com/office/drawing/2014/main" id="{50690608-F31B-6D4D-BBD6-8A8B754AA9C1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14" name="Cube 813">
                    <a:extLst>
                      <a:ext uri="{FF2B5EF4-FFF2-40B4-BE49-F238E27FC236}">
                        <a16:creationId xmlns:a16="http://schemas.microsoft.com/office/drawing/2014/main" id="{6AEF9A67-7588-9B41-8B6F-4D06A88B56B9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15" name="Cube 814">
                    <a:extLst>
                      <a:ext uri="{FF2B5EF4-FFF2-40B4-BE49-F238E27FC236}">
                        <a16:creationId xmlns:a16="http://schemas.microsoft.com/office/drawing/2014/main" id="{8738BED1-30A0-B846-AC45-58B572B5FF24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809" name="Group 808">
                  <a:extLst>
                    <a:ext uri="{FF2B5EF4-FFF2-40B4-BE49-F238E27FC236}">
                      <a16:creationId xmlns:a16="http://schemas.microsoft.com/office/drawing/2014/main" id="{A205C7FD-5216-2444-9B3D-762A5D31FF2F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810" name="Cube 809">
                    <a:extLst>
                      <a:ext uri="{FF2B5EF4-FFF2-40B4-BE49-F238E27FC236}">
                        <a16:creationId xmlns:a16="http://schemas.microsoft.com/office/drawing/2014/main" id="{7C662B8B-C0E0-654B-A122-C5DC9F05FCCC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11" name="Cube 810">
                    <a:extLst>
                      <a:ext uri="{FF2B5EF4-FFF2-40B4-BE49-F238E27FC236}">
                        <a16:creationId xmlns:a16="http://schemas.microsoft.com/office/drawing/2014/main" id="{B48A9D23-1307-5445-BA9A-C2DE632E9104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12" name="Cube 811">
                    <a:extLst>
                      <a:ext uri="{FF2B5EF4-FFF2-40B4-BE49-F238E27FC236}">
                        <a16:creationId xmlns:a16="http://schemas.microsoft.com/office/drawing/2014/main" id="{CD6778AD-D7A6-5348-A4F9-202C12CD8898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742" name="Group 741">
                <a:extLst>
                  <a:ext uri="{FF2B5EF4-FFF2-40B4-BE49-F238E27FC236}">
                    <a16:creationId xmlns:a16="http://schemas.microsoft.com/office/drawing/2014/main" id="{9AEA5D1B-1C96-2B4D-9E9D-3F34AAD5DEED}"/>
                  </a:ext>
                </a:extLst>
              </p:cNvPr>
              <p:cNvGrpSpPr/>
              <p:nvPr/>
            </p:nvGrpSpPr>
            <p:grpSpPr>
              <a:xfrm>
                <a:off x="1935118" y="1811568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795" name="Group 794">
                  <a:extLst>
                    <a:ext uri="{FF2B5EF4-FFF2-40B4-BE49-F238E27FC236}">
                      <a16:creationId xmlns:a16="http://schemas.microsoft.com/office/drawing/2014/main" id="{1AB3B71E-A588-C54E-BCF4-D689ACAFBAB4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804" name="Cube 803">
                    <a:extLst>
                      <a:ext uri="{FF2B5EF4-FFF2-40B4-BE49-F238E27FC236}">
                        <a16:creationId xmlns:a16="http://schemas.microsoft.com/office/drawing/2014/main" id="{E38F3409-7EB5-E44A-AA34-A0F7E71C9E65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05" name="Cube 804">
                    <a:extLst>
                      <a:ext uri="{FF2B5EF4-FFF2-40B4-BE49-F238E27FC236}">
                        <a16:creationId xmlns:a16="http://schemas.microsoft.com/office/drawing/2014/main" id="{61CDB504-737E-E446-BB50-6C5255089CFC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06" name="Cube 805">
                    <a:extLst>
                      <a:ext uri="{FF2B5EF4-FFF2-40B4-BE49-F238E27FC236}">
                        <a16:creationId xmlns:a16="http://schemas.microsoft.com/office/drawing/2014/main" id="{22B6DC13-C4CC-AA4C-AC0F-1CCD5A1C7A19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796" name="Group 795">
                  <a:extLst>
                    <a:ext uri="{FF2B5EF4-FFF2-40B4-BE49-F238E27FC236}">
                      <a16:creationId xmlns:a16="http://schemas.microsoft.com/office/drawing/2014/main" id="{EF5116C9-7479-3043-A39D-4D6294FD6F50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801" name="Cube 800">
                    <a:extLst>
                      <a:ext uri="{FF2B5EF4-FFF2-40B4-BE49-F238E27FC236}">
                        <a16:creationId xmlns:a16="http://schemas.microsoft.com/office/drawing/2014/main" id="{7BEA34E2-B616-644A-AD4B-1EE204D96924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02" name="Cube 801">
                    <a:extLst>
                      <a:ext uri="{FF2B5EF4-FFF2-40B4-BE49-F238E27FC236}">
                        <a16:creationId xmlns:a16="http://schemas.microsoft.com/office/drawing/2014/main" id="{20E6BB64-449E-C341-89E6-153E825F8C2C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03" name="Cube 802">
                    <a:extLst>
                      <a:ext uri="{FF2B5EF4-FFF2-40B4-BE49-F238E27FC236}">
                        <a16:creationId xmlns:a16="http://schemas.microsoft.com/office/drawing/2014/main" id="{E9214EA8-C191-7D49-AE99-8CC8772ADF3D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797" name="Group 796">
                  <a:extLst>
                    <a:ext uri="{FF2B5EF4-FFF2-40B4-BE49-F238E27FC236}">
                      <a16:creationId xmlns:a16="http://schemas.microsoft.com/office/drawing/2014/main" id="{3D5E6D9C-F524-BF46-BD51-F37D7A54CAA9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798" name="Cube 797">
                    <a:extLst>
                      <a:ext uri="{FF2B5EF4-FFF2-40B4-BE49-F238E27FC236}">
                        <a16:creationId xmlns:a16="http://schemas.microsoft.com/office/drawing/2014/main" id="{D5623469-C50E-A64A-9218-33369012958C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99" name="Cube 798">
                    <a:extLst>
                      <a:ext uri="{FF2B5EF4-FFF2-40B4-BE49-F238E27FC236}">
                        <a16:creationId xmlns:a16="http://schemas.microsoft.com/office/drawing/2014/main" id="{E4B1364A-6ADD-3B4D-BB94-58E61B07B720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00" name="Cube 799">
                    <a:extLst>
                      <a:ext uri="{FF2B5EF4-FFF2-40B4-BE49-F238E27FC236}">
                        <a16:creationId xmlns:a16="http://schemas.microsoft.com/office/drawing/2014/main" id="{D39E8F39-5398-DC4E-9DAE-9F4FFEAEA1F4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743" name="Group 742">
                <a:extLst>
                  <a:ext uri="{FF2B5EF4-FFF2-40B4-BE49-F238E27FC236}">
                    <a16:creationId xmlns:a16="http://schemas.microsoft.com/office/drawing/2014/main" id="{501E42D8-5866-0E49-AE97-3F22346B079B}"/>
                  </a:ext>
                </a:extLst>
              </p:cNvPr>
              <p:cNvGrpSpPr/>
              <p:nvPr/>
            </p:nvGrpSpPr>
            <p:grpSpPr>
              <a:xfrm>
                <a:off x="1765979" y="1978710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783" name="Group 782">
                  <a:extLst>
                    <a:ext uri="{FF2B5EF4-FFF2-40B4-BE49-F238E27FC236}">
                      <a16:creationId xmlns:a16="http://schemas.microsoft.com/office/drawing/2014/main" id="{498BB56A-6D6A-BE4D-A59E-4A8A4FDB5F16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792" name="Cube 791">
                    <a:extLst>
                      <a:ext uri="{FF2B5EF4-FFF2-40B4-BE49-F238E27FC236}">
                        <a16:creationId xmlns:a16="http://schemas.microsoft.com/office/drawing/2014/main" id="{B1F2F5CC-4036-944F-B5E5-43A0511A59B1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93" name="Cube 792">
                    <a:extLst>
                      <a:ext uri="{FF2B5EF4-FFF2-40B4-BE49-F238E27FC236}">
                        <a16:creationId xmlns:a16="http://schemas.microsoft.com/office/drawing/2014/main" id="{87961755-6B36-3543-A860-91E8DD50EA70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94" name="Cube 793">
                    <a:extLst>
                      <a:ext uri="{FF2B5EF4-FFF2-40B4-BE49-F238E27FC236}">
                        <a16:creationId xmlns:a16="http://schemas.microsoft.com/office/drawing/2014/main" id="{6F5059C0-4087-AA44-81E1-F8F60B7A11E6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784" name="Group 783">
                  <a:extLst>
                    <a:ext uri="{FF2B5EF4-FFF2-40B4-BE49-F238E27FC236}">
                      <a16:creationId xmlns:a16="http://schemas.microsoft.com/office/drawing/2014/main" id="{756326EF-2E5A-D344-89A8-80C76647FF11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789" name="Cube 788">
                    <a:extLst>
                      <a:ext uri="{FF2B5EF4-FFF2-40B4-BE49-F238E27FC236}">
                        <a16:creationId xmlns:a16="http://schemas.microsoft.com/office/drawing/2014/main" id="{9EA7D63B-BEC8-EE4E-83E1-ACFAE66EFA93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90" name="Cube 789">
                    <a:extLst>
                      <a:ext uri="{FF2B5EF4-FFF2-40B4-BE49-F238E27FC236}">
                        <a16:creationId xmlns:a16="http://schemas.microsoft.com/office/drawing/2014/main" id="{D522FEE2-C0F2-E048-9CF2-D694F82E34A4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91" name="Cube 790">
                    <a:extLst>
                      <a:ext uri="{FF2B5EF4-FFF2-40B4-BE49-F238E27FC236}">
                        <a16:creationId xmlns:a16="http://schemas.microsoft.com/office/drawing/2014/main" id="{8E16D19A-14B7-8D4A-84C9-065E81D9B9E1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785" name="Group 784">
                  <a:extLst>
                    <a:ext uri="{FF2B5EF4-FFF2-40B4-BE49-F238E27FC236}">
                      <a16:creationId xmlns:a16="http://schemas.microsoft.com/office/drawing/2014/main" id="{9E0C14AC-96FC-3945-91AD-BCBC77F0AD11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786" name="Cube 785">
                    <a:extLst>
                      <a:ext uri="{FF2B5EF4-FFF2-40B4-BE49-F238E27FC236}">
                        <a16:creationId xmlns:a16="http://schemas.microsoft.com/office/drawing/2014/main" id="{D167D4E4-FB4A-674A-AD6A-DE39C8D4FAC8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87" name="Cube 786">
                    <a:extLst>
                      <a:ext uri="{FF2B5EF4-FFF2-40B4-BE49-F238E27FC236}">
                        <a16:creationId xmlns:a16="http://schemas.microsoft.com/office/drawing/2014/main" id="{89F9E647-FDFE-8E49-B170-D5710589E4CE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88" name="Cube 787">
                    <a:extLst>
                      <a:ext uri="{FF2B5EF4-FFF2-40B4-BE49-F238E27FC236}">
                        <a16:creationId xmlns:a16="http://schemas.microsoft.com/office/drawing/2014/main" id="{8A721AAF-627B-A34B-9293-BC9F3B4B3ABD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744" name="Group 743">
                <a:extLst>
                  <a:ext uri="{FF2B5EF4-FFF2-40B4-BE49-F238E27FC236}">
                    <a16:creationId xmlns:a16="http://schemas.microsoft.com/office/drawing/2014/main" id="{3F799800-0099-B643-A4E7-66C7A3241E80}"/>
                  </a:ext>
                </a:extLst>
              </p:cNvPr>
              <p:cNvGrpSpPr/>
              <p:nvPr/>
            </p:nvGrpSpPr>
            <p:grpSpPr>
              <a:xfrm>
                <a:off x="1596840" y="2145852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771" name="Group 770">
                  <a:extLst>
                    <a:ext uri="{FF2B5EF4-FFF2-40B4-BE49-F238E27FC236}">
                      <a16:creationId xmlns:a16="http://schemas.microsoft.com/office/drawing/2014/main" id="{68FC1203-ABC3-7B47-92F8-5450706EE686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780" name="Cube 779">
                    <a:extLst>
                      <a:ext uri="{FF2B5EF4-FFF2-40B4-BE49-F238E27FC236}">
                        <a16:creationId xmlns:a16="http://schemas.microsoft.com/office/drawing/2014/main" id="{01D492E5-CACE-CE48-B927-43D4DC97884A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81" name="Cube 780">
                    <a:extLst>
                      <a:ext uri="{FF2B5EF4-FFF2-40B4-BE49-F238E27FC236}">
                        <a16:creationId xmlns:a16="http://schemas.microsoft.com/office/drawing/2014/main" id="{5653D30B-B050-CB41-8CD1-5D7D3D397E8C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82" name="Cube 781">
                    <a:extLst>
                      <a:ext uri="{FF2B5EF4-FFF2-40B4-BE49-F238E27FC236}">
                        <a16:creationId xmlns:a16="http://schemas.microsoft.com/office/drawing/2014/main" id="{F10CE994-956E-1E47-A2F6-258BFA968586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772" name="Group 771">
                  <a:extLst>
                    <a:ext uri="{FF2B5EF4-FFF2-40B4-BE49-F238E27FC236}">
                      <a16:creationId xmlns:a16="http://schemas.microsoft.com/office/drawing/2014/main" id="{2EFB05DB-6C38-2240-9129-77BF808A5B4E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777" name="Cube 776">
                    <a:extLst>
                      <a:ext uri="{FF2B5EF4-FFF2-40B4-BE49-F238E27FC236}">
                        <a16:creationId xmlns:a16="http://schemas.microsoft.com/office/drawing/2014/main" id="{F3B6B1CD-4432-914A-9674-764EA03351A5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78" name="Cube 777">
                    <a:extLst>
                      <a:ext uri="{FF2B5EF4-FFF2-40B4-BE49-F238E27FC236}">
                        <a16:creationId xmlns:a16="http://schemas.microsoft.com/office/drawing/2014/main" id="{EEE875CA-69EB-0943-AD69-A6848CC9E3C8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79" name="Cube 778">
                    <a:extLst>
                      <a:ext uri="{FF2B5EF4-FFF2-40B4-BE49-F238E27FC236}">
                        <a16:creationId xmlns:a16="http://schemas.microsoft.com/office/drawing/2014/main" id="{01E9C42B-1C63-A34E-B2C2-8E4CFE55F3F6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773" name="Group 772">
                  <a:extLst>
                    <a:ext uri="{FF2B5EF4-FFF2-40B4-BE49-F238E27FC236}">
                      <a16:creationId xmlns:a16="http://schemas.microsoft.com/office/drawing/2014/main" id="{74B85813-2A07-4048-87AA-ABA0FBFB53E7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774" name="Cube 773">
                    <a:extLst>
                      <a:ext uri="{FF2B5EF4-FFF2-40B4-BE49-F238E27FC236}">
                        <a16:creationId xmlns:a16="http://schemas.microsoft.com/office/drawing/2014/main" id="{741105FD-19A8-5F40-8158-C228302DFE06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75" name="Cube 774">
                    <a:extLst>
                      <a:ext uri="{FF2B5EF4-FFF2-40B4-BE49-F238E27FC236}">
                        <a16:creationId xmlns:a16="http://schemas.microsoft.com/office/drawing/2014/main" id="{6BF49927-7D14-6B47-A2FA-E697077D487F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76" name="Cube 775">
                    <a:extLst>
                      <a:ext uri="{FF2B5EF4-FFF2-40B4-BE49-F238E27FC236}">
                        <a16:creationId xmlns:a16="http://schemas.microsoft.com/office/drawing/2014/main" id="{1FE6B686-DCBC-5142-B5C8-F64E6B504617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745" name="Group 744">
                <a:extLst>
                  <a:ext uri="{FF2B5EF4-FFF2-40B4-BE49-F238E27FC236}">
                    <a16:creationId xmlns:a16="http://schemas.microsoft.com/office/drawing/2014/main" id="{41499198-04CE-1B40-98CA-08AACC96D566}"/>
                  </a:ext>
                </a:extLst>
              </p:cNvPr>
              <p:cNvGrpSpPr/>
              <p:nvPr/>
            </p:nvGrpSpPr>
            <p:grpSpPr>
              <a:xfrm>
                <a:off x="1427700" y="2312994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759" name="Group 758">
                  <a:extLst>
                    <a:ext uri="{FF2B5EF4-FFF2-40B4-BE49-F238E27FC236}">
                      <a16:creationId xmlns:a16="http://schemas.microsoft.com/office/drawing/2014/main" id="{24BFEB13-FBF2-5D44-82E8-4B360569C35F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768" name="Cube 767">
                    <a:extLst>
                      <a:ext uri="{FF2B5EF4-FFF2-40B4-BE49-F238E27FC236}">
                        <a16:creationId xmlns:a16="http://schemas.microsoft.com/office/drawing/2014/main" id="{FD162D29-D625-A64D-80CE-41E1F02CA196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69" name="Cube 768">
                    <a:extLst>
                      <a:ext uri="{FF2B5EF4-FFF2-40B4-BE49-F238E27FC236}">
                        <a16:creationId xmlns:a16="http://schemas.microsoft.com/office/drawing/2014/main" id="{908285DC-32AB-9440-9C50-356009F00B45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70" name="Cube 769">
                    <a:extLst>
                      <a:ext uri="{FF2B5EF4-FFF2-40B4-BE49-F238E27FC236}">
                        <a16:creationId xmlns:a16="http://schemas.microsoft.com/office/drawing/2014/main" id="{86FE3E2E-A8E6-8B49-83B7-93402270A397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760" name="Group 759">
                  <a:extLst>
                    <a:ext uri="{FF2B5EF4-FFF2-40B4-BE49-F238E27FC236}">
                      <a16:creationId xmlns:a16="http://schemas.microsoft.com/office/drawing/2014/main" id="{B0D92F1F-3711-4D4F-895D-A829D22AFCF5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765" name="Cube 764">
                    <a:extLst>
                      <a:ext uri="{FF2B5EF4-FFF2-40B4-BE49-F238E27FC236}">
                        <a16:creationId xmlns:a16="http://schemas.microsoft.com/office/drawing/2014/main" id="{AAEBC097-627E-1D4E-8D40-A11BD22A905D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66" name="Cube 765">
                    <a:extLst>
                      <a:ext uri="{FF2B5EF4-FFF2-40B4-BE49-F238E27FC236}">
                        <a16:creationId xmlns:a16="http://schemas.microsoft.com/office/drawing/2014/main" id="{A4674DCC-C74A-C24E-8F3D-DEE99940EA2F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67" name="Cube 766">
                    <a:extLst>
                      <a:ext uri="{FF2B5EF4-FFF2-40B4-BE49-F238E27FC236}">
                        <a16:creationId xmlns:a16="http://schemas.microsoft.com/office/drawing/2014/main" id="{6DBA3E3A-6253-7447-B957-CED95C72995A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761" name="Group 760">
                  <a:extLst>
                    <a:ext uri="{FF2B5EF4-FFF2-40B4-BE49-F238E27FC236}">
                      <a16:creationId xmlns:a16="http://schemas.microsoft.com/office/drawing/2014/main" id="{0A4756BD-B776-6E43-9FA6-D4C1DE1579C1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762" name="Cube 761">
                    <a:extLst>
                      <a:ext uri="{FF2B5EF4-FFF2-40B4-BE49-F238E27FC236}">
                        <a16:creationId xmlns:a16="http://schemas.microsoft.com/office/drawing/2014/main" id="{43C3B9AF-F91B-6045-A8E0-68D33F39962F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63" name="Cube 762">
                    <a:extLst>
                      <a:ext uri="{FF2B5EF4-FFF2-40B4-BE49-F238E27FC236}">
                        <a16:creationId xmlns:a16="http://schemas.microsoft.com/office/drawing/2014/main" id="{242F4FE3-AD9F-F146-95F8-8743FCA0275A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64" name="Cube 763">
                    <a:extLst>
                      <a:ext uri="{FF2B5EF4-FFF2-40B4-BE49-F238E27FC236}">
                        <a16:creationId xmlns:a16="http://schemas.microsoft.com/office/drawing/2014/main" id="{5AD7FA1F-7C1E-BA41-854E-4B3A76D50C02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746" name="Group 745">
                <a:extLst>
                  <a:ext uri="{FF2B5EF4-FFF2-40B4-BE49-F238E27FC236}">
                    <a16:creationId xmlns:a16="http://schemas.microsoft.com/office/drawing/2014/main" id="{8B3331E9-6DB1-B240-BFB0-A62DFA817B09}"/>
                  </a:ext>
                </a:extLst>
              </p:cNvPr>
              <p:cNvGrpSpPr/>
              <p:nvPr/>
            </p:nvGrpSpPr>
            <p:grpSpPr>
              <a:xfrm>
                <a:off x="1258561" y="2480134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747" name="Group 746">
                  <a:extLst>
                    <a:ext uri="{FF2B5EF4-FFF2-40B4-BE49-F238E27FC236}">
                      <a16:creationId xmlns:a16="http://schemas.microsoft.com/office/drawing/2014/main" id="{DC9B884B-2FE4-7E40-91D9-6E232C04F770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756" name="Cube 755">
                    <a:extLst>
                      <a:ext uri="{FF2B5EF4-FFF2-40B4-BE49-F238E27FC236}">
                        <a16:creationId xmlns:a16="http://schemas.microsoft.com/office/drawing/2014/main" id="{573E3648-50B5-6140-83BF-25DEE0215D1E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57" name="Cube 756">
                    <a:extLst>
                      <a:ext uri="{FF2B5EF4-FFF2-40B4-BE49-F238E27FC236}">
                        <a16:creationId xmlns:a16="http://schemas.microsoft.com/office/drawing/2014/main" id="{7D71AD89-7F31-9548-B27F-81D499CE4A3F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58" name="Cube 757">
                    <a:extLst>
                      <a:ext uri="{FF2B5EF4-FFF2-40B4-BE49-F238E27FC236}">
                        <a16:creationId xmlns:a16="http://schemas.microsoft.com/office/drawing/2014/main" id="{88E346A9-8D04-2B4D-8A2F-9684245ABD19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748" name="Group 747">
                  <a:extLst>
                    <a:ext uri="{FF2B5EF4-FFF2-40B4-BE49-F238E27FC236}">
                      <a16:creationId xmlns:a16="http://schemas.microsoft.com/office/drawing/2014/main" id="{87479942-A50C-984B-A412-57AF0DBF657C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753" name="Cube 752">
                    <a:extLst>
                      <a:ext uri="{FF2B5EF4-FFF2-40B4-BE49-F238E27FC236}">
                        <a16:creationId xmlns:a16="http://schemas.microsoft.com/office/drawing/2014/main" id="{4992F335-3522-D84F-BCB8-31B8305D2FFB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54" name="Cube 753">
                    <a:extLst>
                      <a:ext uri="{FF2B5EF4-FFF2-40B4-BE49-F238E27FC236}">
                        <a16:creationId xmlns:a16="http://schemas.microsoft.com/office/drawing/2014/main" id="{C85A6A47-035C-DB42-A664-E2A5E371489A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55" name="Cube 754">
                    <a:extLst>
                      <a:ext uri="{FF2B5EF4-FFF2-40B4-BE49-F238E27FC236}">
                        <a16:creationId xmlns:a16="http://schemas.microsoft.com/office/drawing/2014/main" id="{46AD280F-C2E3-6149-ACF2-B98130D4AF72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749" name="Group 748">
                  <a:extLst>
                    <a:ext uri="{FF2B5EF4-FFF2-40B4-BE49-F238E27FC236}">
                      <a16:creationId xmlns:a16="http://schemas.microsoft.com/office/drawing/2014/main" id="{4FF971A7-1945-1F42-A3A1-010ED37D7559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750" name="Cube 749">
                    <a:extLst>
                      <a:ext uri="{FF2B5EF4-FFF2-40B4-BE49-F238E27FC236}">
                        <a16:creationId xmlns:a16="http://schemas.microsoft.com/office/drawing/2014/main" id="{63E120A9-EC67-8E49-B1D2-C76D955C9DC6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51" name="Cube 750">
                    <a:extLst>
                      <a:ext uri="{FF2B5EF4-FFF2-40B4-BE49-F238E27FC236}">
                        <a16:creationId xmlns:a16="http://schemas.microsoft.com/office/drawing/2014/main" id="{84B18DD9-7A02-7A41-BFA6-B549878ADD40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52" name="Cube 751">
                    <a:extLst>
                      <a:ext uri="{FF2B5EF4-FFF2-40B4-BE49-F238E27FC236}">
                        <a16:creationId xmlns:a16="http://schemas.microsoft.com/office/drawing/2014/main" id="{BBFA7AF1-05F4-FF41-A175-26D9256A7FC2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  <p:grpSp>
          <p:nvGrpSpPr>
            <p:cNvPr id="855" name="Group 854">
              <a:extLst>
                <a:ext uri="{FF2B5EF4-FFF2-40B4-BE49-F238E27FC236}">
                  <a16:creationId xmlns:a16="http://schemas.microsoft.com/office/drawing/2014/main" id="{BCA156D8-1B19-8B47-897C-CD454DFF267B}"/>
                </a:ext>
              </a:extLst>
            </p:cNvPr>
            <p:cNvGrpSpPr/>
            <p:nvPr/>
          </p:nvGrpSpPr>
          <p:grpSpPr>
            <a:xfrm>
              <a:off x="1967885" y="1488601"/>
              <a:ext cx="7355981" cy="2007277"/>
              <a:chOff x="1258561" y="1143000"/>
              <a:chExt cx="7355981" cy="2007277"/>
            </a:xfrm>
            <a:grpFill/>
          </p:grpSpPr>
          <p:grpSp>
            <p:nvGrpSpPr>
              <p:cNvPr id="856" name="Group 855">
                <a:extLst>
                  <a:ext uri="{FF2B5EF4-FFF2-40B4-BE49-F238E27FC236}">
                    <a16:creationId xmlns:a16="http://schemas.microsoft.com/office/drawing/2014/main" id="{AF8CF3C0-2078-E041-B0D0-3AF5132A9D82}"/>
                  </a:ext>
                </a:extLst>
              </p:cNvPr>
              <p:cNvGrpSpPr/>
              <p:nvPr/>
            </p:nvGrpSpPr>
            <p:grpSpPr>
              <a:xfrm>
                <a:off x="2611677" y="1143000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961" name="Group 960">
                  <a:extLst>
                    <a:ext uri="{FF2B5EF4-FFF2-40B4-BE49-F238E27FC236}">
                      <a16:creationId xmlns:a16="http://schemas.microsoft.com/office/drawing/2014/main" id="{4C3DA622-5CDC-4848-BF08-07E6CBD87D4C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970" name="Cube 969">
                    <a:extLst>
                      <a:ext uri="{FF2B5EF4-FFF2-40B4-BE49-F238E27FC236}">
                        <a16:creationId xmlns:a16="http://schemas.microsoft.com/office/drawing/2014/main" id="{416EAEC0-52CF-4C49-B7BA-75D2D5AE7148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71" name="Cube 970">
                    <a:extLst>
                      <a:ext uri="{FF2B5EF4-FFF2-40B4-BE49-F238E27FC236}">
                        <a16:creationId xmlns:a16="http://schemas.microsoft.com/office/drawing/2014/main" id="{99210539-501B-F348-8263-E248EC536D0D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72" name="Cube 971">
                    <a:extLst>
                      <a:ext uri="{FF2B5EF4-FFF2-40B4-BE49-F238E27FC236}">
                        <a16:creationId xmlns:a16="http://schemas.microsoft.com/office/drawing/2014/main" id="{7610AC4A-EC36-544B-8045-81AB24150CB3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62" name="Group 961">
                  <a:extLst>
                    <a:ext uri="{FF2B5EF4-FFF2-40B4-BE49-F238E27FC236}">
                      <a16:creationId xmlns:a16="http://schemas.microsoft.com/office/drawing/2014/main" id="{DD3AB50C-47A7-9849-90EC-D10F9F82BFF6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967" name="Cube 966">
                    <a:extLst>
                      <a:ext uri="{FF2B5EF4-FFF2-40B4-BE49-F238E27FC236}">
                        <a16:creationId xmlns:a16="http://schemas.microsoft.com/office/drawing/2014/main" id="{42D6D1BD-D1F5-DB43-82FE-892C5962E50F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68" name="Cube 967">
                    <a:extLst>
                      <a:ext uri="{FF2B5EF4-FFF2-40B4-BE49-F238E27FC236}">
                        <a16:creationId xmlns:a16="http://schemas.microsoft.com/office/drawing/2014/main" id="{9F86006D-EC9E-9447-A71F-EE32F630C556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69" name="Cube 968">
                    <a:extLst>
                      <a:ext uri="{FF2B5EF4-FFF2-40B4-BE49-F238E27FC236}">
                        <a16:creationId xmlns:a16="http://schemas.microsoft.com/office/drawing/2014/main" id="{338DA119-3410-A44A-92F2-26FF0536FCAC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63" name="Group 962">
                  <a:extLst>
                    <a:ext uri="{FF2B5EF4-FFF2-40B4-BE49-F238E27FC236}">
                      <a16:creationId xmlns:a16="http://schemas.microsoft.com/office/drawing/2014/main" id="{612C6351-EAC3-2D42-A99F-E13834FC4D9D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964" name="Cube 963">
                    <a:extLst>
                      <a:ext uri="{FF2B5EF4-FFF2-40B4-BE49-F238E27FC236}">
                        <a16:creationId xmlns:a16="http://schemas.microsoft.com/office/drawing/2014/main" id="{250478F1-D331-644E-9CE2-1ED9F16B120A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65" name="Cube 964">
                    <a:extLst>
                      <a:ext uri="{FF2B5EF4-FFF2-40B4-BE49-F238E27FC236}">
                        <a16:creationId xmlns:a16="http://schemas.microsoft.com/office/drawing/2014/main" id="{9422BCBD-827D-154A-8304-1E5A93564D04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66" name="Cube 965">
                    <a:extLst>
                      <a:ext uri="{FF2B5EF4-FFF2-40B4-BE49-F238E27FC236}">
                        <a16:creationId xmlns:a16="http://schemas.microsoft.com/office/drawing/2014/main" id="{8B1FC83F-0125-EF40-8746-4B24CDF155AC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857" name="Group 856">
                <a:extLst>
                  <a:ext uri="{FF2B5EF4-FFF2-40B4-BE49-F238E27FC236}">
                    <a16:creationId xmlns:a16="http://schemas.microsoft.com/office/drawing/2014/main" id="{898BBFE5-56AA-274E-B710-85FC885EAD7D}"/>
                  </a:ext>
                </a:extLst>
              </p:cNvPr>
              <p:cNvGrpSpPr/>
              <p:nvPr/>
            </p:nvGrpSpPr>
            <p:grpSpPr>
              <a:xfrm>
                <a:off x="2442535" y="1310142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949" name="Group 948">
                  <a:extLst>
                    <a:ext uri="{FF2B5EF4-FFF2-40B4-BE49-F238E27FC236}">
                      <a16:creationId xmlns:a16="http://schemas.microsoft.com/office/drawing/2014/main" id="{B38BF7AC-921E-DA49-8FA3-34C7D1FE5482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958" name="Cube 957">
                    <a:extLst>
                      <a:ext uri="{FF2B5EF4-FFF2-40B4-BE49-F238E27FC236}">
                        <a16:creationId xmlns:a16="http://schemas.microsoft.com/office/drawing/2014/main" id="{E58B02DC-8EFC-F441-8568-7BC4C25AB774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59" name="Cube 958">
                    <a:extLst>
                      <a:ext uri="{FF2B5EF4-FFF2-40B4-BE49-F238E27FC236}">
                        <a16:creationId xmlns:a16="http://schemas.microsoft.com/office/drawing/2014/main" id="{D2EF4653-C84D-7145-96EA-7363CB8A4C82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60" name="Cube 959">
                    <a:extLst>
                      <a:ext uri="{FF2B5EF4-FFF2-40B4-BE49-F238E27FC236}">
                        <a16:creationId xmlns:a16="http://schemas.microsoft.com/office/drawing/2014/main" id="{5B232704-B799-6648-A914-3AADBF723F69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50" name="Group 949">
                  <a:extLst>
                    <a:ext uri="{FF2B5EF4-FFF2-40B4-BE49-F238E27FC236}">
                      <a16:creationId xmlns:a16="http://schemas.microsoft.com/office/drawing/2014/main" id="{F0E8DFC3-CE64-9C4C-8E0D-B1271750F78C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955" name="Cube 954">
                    <a:extLst>
                      <a:ext uri="{FF2B5EF4-FFF2-40B4-BE49-F238E27FC236}">
                        <a16:creationId xmlns:a16="http://schemas.microsoft.com/office/drawing/2014/main" id="{750B8B18-E3B6-0C49-B1BC-938E54C4D7B2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56" name="Cube 955">
                    <a:extLst>
                      <a:ext uri="{FF2B5EF4-FFF2-40B4-BE49-F238E27FC236}">
                        <a16:creationId xmlns:a16="http://schemas.microsoft.com/office/drawing/2014/main" id="{07F0376D-8AB9-FD46-B897-876093821812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57" name="Cube 956">
                    <a:extLst>
                      <a:ext uri="{FF2B5EF4-FFF2-40B4-BE49-F238E27FC236}">
                        <a16:creationId xmlns:a16="http://schemas.microsoft.com/office/drawing/2014/main" id="{3FC00A9A-52B7-7D4E-931C-3CCC8430D2FA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51" name="Group 950">
                  <a:extLst>
                    <a:ext uri="{FF2B5EF4-FFF2-40B4-BE49-F238E27FC236}">
                      <a16:creationId xmlns:a16="http://schemas.microsoft.com/office/drawing/2014/main" id="{61945C03-D30D-0047-BF7B-98ECBB64E52F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952" name="Cube 951">
                    <a:extLst>
                      <a:ext uri="{FF2B5EF4-FFF2-40B4-BE49-F238E27FC236}">
                        <a16:creationId xmlns:a16="http://schemas.microsoft.com/office/drawing/2014/main" id="{0630ABB2-6717-0C41-829D-F42EEE5590C6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53" name="Cube 952">
                    <a:extLst>
                      <a:ext uri="{FF2B5EF4-FFF2-40B4-BE49-F238E27FC236}">
                        <a16:creationId xmlns:a16="http://schemas.microsoft.com/office/drawing/2014/main" id="{4334E0D7-E225-2344-9DB2-FD00FBF67E1F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54" name="Cube 953">
                    <a:extLst>
                      <a:ext uri="{FF2B5EF4-FFF2-40B4-BE49-F238E27FC236}">
                        <a16:creationId xmlns:a16="http://schemas.microsoft.com/office/drawing/2014/main" id="{00230D41-8090-A44A-AE4A-9331A2AB3502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858" name="Group 857">
                <a:extLst>
                  <a:ext uri="{FF2B5EF4-FFF2-40B4-BE49-F238E27FC236}">
                    <a16:creationId xmlns:a16="http://schemas.microsoft.com/office/drawing/2014/main" id="{68D47DA7-BFFC-C64E-ACAD-ECC70D527B3D}"/>
                  </a:ext>
                </a:extLst>
              </p:cNvPr>
              <p:cNvGrpSpPr/>
              <p:nvPr/>
            </p:nvGrpSpPr>
            <p:grpSpPr>
              <a:xfrm>
                <a:off x="2273396" y="1477284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937" name="Group 936">
                  <a:extLst>
                    <a:ext uri="{FF2B5EF4-FFF2-40B4-BE49-F238E27FC236}">
                      <a16:creationId xmlns:a16="http://schemas.microsoft.com/office/drawing/2014/main" id="{BF154795-5239-AA48-B60B-8EDE90ED59D4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946" name="Cube 945">
                    <a:extLst>
                      <a:ext uri="{FF2B5EF4-FFF2-40B4-BE49-F238E27FC236}">
                        <a16:creationId xmlns:a16="http://schemas.microsoft.com/office/drawing/2014/main" id="{3CCC7FE4-9245-C944-9C53-0FE9649C1F85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47" name="Cube 946">
                    <a:extLst>
                      <a:ext uri="{FF2B5EF4-FFF2-40B4-BE49-F238E27FC236}">
                        <a16:creationId xmlns:a16="http://schemas.microsoft.com/office/drawing/2014/main" id="{3B7DFD15-ADBA-F140-91DD-C8F13F6AD9EF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48" name="Cube 947">
                    <a:extLst>
                      <a:ext uri="{FF2B5EF4-FFF2-40B4-BE49-F238E27FC236}">
                        <a16:creationId xmlns:a16="http://schemas.microsoft.com/office/drawing/2014/main" id="{E02EF54A-87D8-4C45-A703-294D1F7BD82D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38" name="Group 937">
                  <a:extLst>
                    <a:ext uri="{FF2B5EF4-FFF2-40B4-BE49-F238E27FC236}">
                      <a16:creationId xmlns:a16="http://schemas.microsoft.com/office/drawing/2014/main" id="{F9516BEF-99DA-8444-95EB-46C52C9DADC3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943" name="Cube 942">
                    <a:extLst>
                      <a:ext uri="{FF2B5EF4-FFF2-40B4-BE49-F238E27FC236}">
                        <a16:creationId xmlns:a16="http://schemas.microsoft.com/office/drawing/2014/main" id="{D2D06FA5-A480-774A-94FC-C2E553179E2A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44" name="Cube 943">
                    <a:extLst>
                      <a:ext uri="{FF2B5EF4-FFF2-40B4-BE49-F238E27FC236}">
                        <a16:creationId xmlns:a16="http://schemas.microsoft.com/office/drawing/2014/main" id="{E3E710D2-06F7-AE41-9BB8-08A3B2A4CC0E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45" name="Cube 944">
                    <a:extLst>
                      <a:ext uri="{FF2B5EF4-FFF2-40B4-BE49-F238E27FC236}">
                        <a16:creationId xmlns:a16="http://schemas.microsoft.com/office/drawing/2014/main" id="{BC05AC04-26D9-BD44-898E-28D994A1CC85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39" name="Group 938">
                  <a:extLst>
                    <a:ext uri="{FF2B5EF4-FFF2-40B4-BE49-F238E27FC236}">
                      <a16:creationId xmlns:a16="http://schemas.microsoft.com/office/drawing/2014/main" id="{FA584155-030A-1943-B8BB-CEFC119B27C4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940" name="Cube 939">
                    <a:extLst>
                      <a:ext uri="{FF2B5EF4-FFF2-40B4-BE49-F238E27FC236}">
                        <a16:creationId xmlns:a16="http://schemas.microsoft.com/office/drawing/2014/main" id="{FB8E4F97-6580-074F-AD48-65DD80A475D8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41" name="Cube 940">
                    <a:extLst>
                      <a:ext uri="{FF2B5EF4-FFF2-40B4-BE49-F238E27FC236}">
                        <a16:creationId xmlns:a16="http://schemas.microsoft.com/office/drawing/2014/main" id="{41CA863A-E950-3F4D-BA8E-057DD9123050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42" name="Cube 941">
                    <a:extLst>
                      <a:ext uri="{FF2B5EF4-FFF2-40B4-BE49-F238E27FC236}">
                        <a16:creationId xmlns:a16="http://schemas.microsoft.com/office/drawing/2014/main" id="{AAF956A7-0723-1344-8267-D57D86CC8547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859" name="Group 858">
                <a:extLst>
                  <a:ext uri="{FF2B5EF4-FFF2-40B4-BE49-F238E27FC236}">
                    <a16:creationId xmlns:a16="http://schemas.microsoft.com/office/drawing/2014/main" id="{287EFE7E-1D32-B44B-81CA-D295F339E064}"/>
                  </a:ext>
                </a:extLst>
              </p:cNvPr>
              <p:cNvGrpSpPr/>
              <p:nvPr/>
            </p:nvGrpSpPr>
            <p:grpSpPr>
              <a:xfrm>
                <a:off x="2104257" y="1644426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925" name="Group 924">
                  <a:extLst>
                    <a:ext uri="{FF2B5EF4-FFF2-40B4-BE49-F238E27FC236}">
                      <a16:creationId xmlns:a16="http://schemas.microsoft.com/office/drawing/2014/main" id="{F9F04DD2-E70A-7648-BB11-FC661469971B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934" name="Cube 933">
                    <a:extLst>
                      <a:ext uri="{FF2B5EF4-FFF2-40B4-BE49-F238E27FC236}">
                        <a16:creationId xmlns:a16="http://schemas.microsoft.com/office/drawing/2014/main" id="{75EF0B28-0643-DE4A-A650-BEB02D3FA1D2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35" name="Cube 934">
                    <a:extLst>
                      <a:ext uri="{FF2B5EF4-FFF2-40B4-BE49-F238E27FC236}">
                        <a16:creationId xmlns:a16="http://schemas.microsoft.com/office/drawing/2014/main" id="{F5E8FB42-2D63-3A4B-BCB3-0E7262C55D70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36" name="Cube 935">
                    <a:extLst>
                      <a:ext uri="{FF2B5EF4-FFF2-40B4-BE49-F238E27FC236}">
                        <a16:creationId xmlns:a16="http://schemas.microsoft.com/office/drawing/2014/main" id="{B1CDCD2E-6911-244B-A662-F6F229E41416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26" name="Group 925">
                  <a:extLst>
                    <a:ext uri="{FF2B5EF4-FFF2-40B4-BE49-F238E27FC236}">
                      <a16:creationId xmlns:a16="http://schemas.microsoft.com/office/drawing/2014/main" id="{BEFCC18F-78A4-C94D-9661-4BA65626C928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931" name="Cube 930">
                    <a:extLst>
                      <a:ext uri="{FF2B5EF4-FFF2-40B4-BE49-F238E27FC236}">
                        <a16:creationId xmlns:a16="http://schemas.microsoft.com/office/drawing/2014/main" id="{79120C01-959B-FE4E-8A1B-B19751FBE91A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32" name="Cube 931">
                    <a:extLst>
                      <a:ext uri="{FF2B5EF4-FFF2-40B4-BE49-F238E27FC236}">
                        <a16:creationId xmlns:a16="http://schemas.microsoft.com/office/drawing/2014/main" id="{D577315C-56E6-8845-94B8-3D1D046AC92A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33" name="Cube 932">
                    <a:extLst>
                      <a:ext uri="{FF2B5EF4-FFF2-40B4-BE49-F238E27FC236}">
                        <a16:creationId xmlns:a16="http://schemas.microsoft.com/office/drawing/2014/main" id="{EAD41102-C4FB-EB4E-9394-B2E826D8C699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27" name="Group 926">
                  <a:extLst>
                    <a:ext uri="{FF2B5EF4-FFF2-40B4-BE49-F238E27FC236}">
                      <a16:creationId xmlns:a16="http://schemas.microsoft.com/office/drawing/2014/main" id="{6D778A38-3C43-F04A-A429-8CDAAB5C26DD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928" name="Cube 927">
                    <a:extLst>
                      <a:ext uri="{FF2B5EF4-FFF2-40B4-BE49-F238E27FC236}">
                        <a16:creationId xmlns:a16="http://schemas.microsoft.com/office/drawing/2014/main" id="{5CB3F14C-9F60-2E4E-9CE1-803011A76A9C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29" name="Cube 928">
                    <a:extLst>
                      <a:ext uri="{FF2B5EF4-FFF2-40B4-BE49-F238E27FC236}">
                        <a16:creationId xmlns:a16="http://schemas.microsoft.com/office/drawing/2014/main" id="{C67773E3-EBD9-F44C-8380-323589CC6878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30" name="Cube 929">
                    <a:extLst>
                      <a:ext uri="{FF2B5EF4-FFF2-40B4-BE49-F238E27FC236}">
                        <a16:creationId xmlns:a16="http://schemas.microsoft.com/office/drawing/2014/main" id="{DF2DEC57-1E78-CF44-9489-5A19FFDF3D1F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860" name="Group 859">
                <a:extLst>
                  <a:ext uri="{FF2B5EF4-FFF2-40B4-BE49-F238E27FC236}">
                    <a16:creationId xmlns:a16="http://schemas.microsoft.com/office/drawing/2014/main" id="{9621C462-52DD-6943-9357-599F87805068}"/>
                  </a:ext>
                </a:extLst>
              </p:cNvPr>
              <p:cNvGrpSpPr/>
              <p:nvPr/>
            </p:nvGrpSpPr>
            <p:grpSpPr>
              <a:xfrm>
                <a:off x="1935118" y="1811568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913" name="Group 912">
                  <a:extLst>
                    <a:ext uri="{FF2B5EF4-FFF2-40B4-BE49-F238E27FC236}">
                      <a16:creationId xmlns:a16="http://schemas.microsoft.com/office/drawing/2014/main" id="{86F2A038-E577-3F49-8C95-3ED1DFB7FCAB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922" name="Cube 921">
                    <a:extLst>
                      <a:ext uri="{FF2B5EF4-FFF2-40B4-BE49-F238E27FC236}">
                        <a16:creationId xmlns:a16="http://schemas.microsoft.com/office/drawing/2014/main" id="{750655B9-E983-8F40-80C1-CAC4F0D22265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23" name="Cube 922">
                    <a:extLst>
                      <a:ext uri="{FF2B5EF4-FFF2-40B4-BE49-F238E27FC236}">
                        <a16:creationId xmlns:a16="http://schemas.microsoft.com/office/drawing/2014/main" id="{C1AF359E-8908-F049-89C0-C1E6902C7CA9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24" name="Cube 923">
                    <a:extLst>
                      <a:ext uri="{FF2B5EF4-FFF2-40B4-BE49-F238E27FC236}">
                        <a16:creationId xmlns:a16="http://schemas.microsoft.com/office/drawing/2014/main" id="{A3CBC9EB-CC77-F948-9023-91CD4C13FF4A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14" name="Group 913">
                  <a:extLst>
                    <a:ext uri="{FF2B5EF4-FFF2-40B4-BE49-F238E27FC236}">
                      <a16:creationId xmlns:a16="http://schemas.microsoft.com/office/drawing/2014/main" id="{5538659D-D060-C94A-8626-10198A82440F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919" name="Cube 918">
                    <a:extLst>
                      <a:ext uri="{FF2B5EF4-FFF2-40B4-BE49-F238E27FC236}">
                        <a16:creationId xmlns:a16="http://schemas.microsoft.com/office/drawing/2014/main" id="{B35FFF84-9EAD-6A4A-AF0C-94814E967FC0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20" name="Cube 919">
                    <a:extLst>
                      <a:ext uri="{FF2B5EF4-FFF2-40B4-BE49-F238E27FC236}">
                        <a16:creationId xmlns:a16="http://schemas.microsoft.com/office/drawing/2014/main" id="{92A826DB-2204-8646-8192-D94EB820E887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21" name="Cube 920">
                    <a:extLst>
                      <a:ext uri="{FF2B5EF4-FFF2-40B4-BE49-F238E27FC236}">
                        <a16:creationId xmlns:a16="http://schemas.microsoft.com/office/drawing/2014/main" id="{5A8BDC97-07DB-BB49-928F-796E74A75D75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15" name="Group 914">
                  <a:extLst>
                    <a:ext uri="{FF2B5EF4-FFF2-40B4-BE49-F238E27FC236}">
                      <a16:creationId xmlns:a16="http://schemas.microsoft.com/office/drawing/2014/main" id="{76A9F678-4CB9-894F-BFAD-7291DB659609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916" name="Cube 915">
                    <a:extLst>
                      <a:ext uri="{FF2B5EF4-FFF2-40B4-BE49-F238E27FC236}">
                        <a16:creationId xmlns:a16="http://schemas.microsoft.com/office/drawing/2014/main" id="{4E1583E4-D5C1-2B44-9F41-5E98449BD371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17" name="Cube 916">
                    <a:extLst>
                      <a:ext uri="{FF2B5EF4-FFF2-40B4-BE49-F238E27FC236}">
                        <a16:creationId xmlns:a16="http://schemas.microsoft.com/office/drawing/2014/main" id="{F518ED63-E77F-C24B-846A-E61431A47327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18" name="Cube 917">
                    <a:extLst>
                      <a:ext uri="{FF2B5EF4-FFF2-40B4-BE49-F238E27FC236}">
                        <a16:creationId xmlns:a16="http://schemas.microsoft.com/office/drawing/2014/main" id="{C765D2AC-7CE9-344D-AD6C-78AB1E05B8A5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861" name="Group 860">
                <a:extLst>
                  <a:ext uri="{FF2B5EF4-FFF2-40B4-BE49-F238E27FC236}">
                    <a16:creationId xmlns:a16="http://schemas.microsoft.com/office/drawing/2014/main" id="{D83F6994-4B97-6A49-B6E7-77339B057ED1}"/>
                  </a:ext>
                </a:extLst>
              </p:cNvPr>
              <p:cNvGrpSpPr/>
              <p:nvPr/>
            </p:nvGrpSpPr>
            <p:grpSpPr>
              <a:xfrm>
                <a:off x="1765979" y="1978710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901" name="Group 900">
                  <a:extLst>
                    <a:ext uri="{FF2B5EF4-FFF2-40B4-BE49-F238E27FC236}">
                      <a16:creationId xmlns:a16="http://schemas.microsoft.com/office/drawing/2014/main" id="{A2723C08-8AA7-6543-9319-119573796582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910" name="Cube 909">
                    <a:extLst>
                      <a:ext uri="{FF2B5EF4-FFF2-40B4-BE49-F238E27FC236}">
                        <a16:creationId xmlns:a16="http://schemas.microsoft.com/office/drawing/2014/main" id="{8ADDE154-E823-6C48-85D8-E371C61967E2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11" name="Cube 910">
                    <a:extLst>
                      <a:ext uri="{FF2B5EF4-FFF2-40B4-BE49-F238E27FC236}">
                        <a16:creationId xmlns:a16="http://schemas.microsoft.com/office/drawing/2014/main" id="{C901C9CD-7B4F-A94D-943C-43ED031831EF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12" name="Cube 911">
                    <a:extLst>
                      <a:ext uri="{FF2B5EF4-FFF2-40B4-BE49-F238E27FC236}">
                        <a16:creationId xmlns:a16="http://schemas.microsoft.com/office/drawing/2014/main" id="{07D6F899-3577-D146-8175-3A073706CD05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02" name="Group 901">
                  <a:extLst>
                    <a:ext uri="{FF2B5EF4-FFF2-40B4-BE49-F238E27FC236}">
                      <a16:creationId xmlns:a16="http://schemas.microsoft.com/office/drawing/2014/main" id="{3CD213BA-5224-2A49-8889-2D5E97BAF7E9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907" name="Cube 906">
                    <a:extLst>
                      <a:ext uri="{FF2B5EF4-FFF2-40B4-BE49-F238E27FC236}">
                        <a16:creationId xmlns:a16="http://schemas.microsoft.com/office/drawing/2014/main" id="{E8687111-8002-244E-91EF-D05A20FFE76D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08" name="Cube 907">
                    <a:extLst>
                      <a:ext uri="{FF2B5EF4-FFF2-40B4-BE49-F238E27FC236}">
                        <a16:creationId xmlns:a16="http://schemas.microsoft.com/office/drawing/2014/main" id="{5B1E0DF8-0F66-0A49-A796-8C9F98A147E4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09" name="Cube 908">
                    <a:extLst>
                      <a:ext uri="{FF2B5EF4-FFF2-40B4-BE49-F238E27FC236}">
                        <a16:creationId xmlns:a16="http://schemas.microsoft.com/office/drawing/2014/main" id="{54FA20DE-7260-7842-AE13-89EF75E2FDCC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03" name="Group 902">
                  <a:extLst>
                    <a:ext uri="{FF2B5EF4-FFF2-40B4-BE49-F238E27FC236}">
                      <a16:creationId xmlns:a16="http://schemas.microsoft.com/office/drawing/2014/main" id="{1DF30D6C-4334-BA45-9DA1-C2B936F3719F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904" name="Cube 903">
                    <a:extLst>
                      <a:ext uri="{FF2B5EF4-FFF2-40B4-BE49-F238E27FC236}">
                        <a16:creationId xmlns:a16="http://schemas.microsoft.com/office/drawing/2014/main" id="{68B3C01C-301B-3348-B612-40AC422DBD25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05" name="Cube 904">
                    <a:extLst>
                      <a:ext uri="{FF2B5EF4-FFF2-40B4-BE49-F238E27FC236}">
                        <a16:creationId xmlns:a16="http://schemas.microsoft.com/office/drawing/2014/main" id="{FA8CCFFA-449E-EC4C-93D9-911EC731A18F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06" name="Cube 905">
                    <a:extLst>
                      <a:ext uri="{FF2B5EF4-FFF2-40B4-BE49-F238E27FC236}">
                        <a16:creationId xmlns:a16="http://schemas.microsoft.com/office/drawing/2014/main" id="{ADC8FD7C-804F-3A44-A3BB-6FFED6C9FADF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862" name="Group 861">
                <a:extLst>
                  <a:ext uri="{FF2B5EF4-FFF2-40B4-BE49-F238E27FC236}">
                    <a16:creationId xmlns:a16="http://schemas.microsoft.com/office/drawing/2014/main" id="{B107DD22-A45D-C346-A20C-DCF44F5FAB3D}"/>
                  </a:ext>
                </a:extLst>
              </p:cNvPr>
              <p:cNvGrpSpPr/>
              <p:nvPr/>
            </p:nvGrpSpPr>
            <p:grpSpPr>
              <a:xfrm>
                <a:off x="1596840" y="2145852"/>
                <a:ext cx="7017702" cy="670143"/>
                <a:chOff x="789140" y="1731724"/>
                <a:chExt cx="7017702" cy="670143"/>
              </a:xfrm>
              <a:grpFill/>
            </p:grpSpPr>
            <p:grpSp>
              <p:nvGrpSpPr>
                <p:cNvPr id="889" name="Group 888">
                  <a:extLst>
                    <a:ext uri="{FF2B5EF4-FFF2-40B4-BE49-F238E27FC236}">
                      <a16:creationId xmlns:a16="http://schemas.microsoft.com/office/drawing/2014/main" id="{E773C65E-7185-D64C-816B-E87E89882401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898" name="Cube 897">
                    <a:extLst>
                      <a:ext uri="{FF2B5EF4-FFF2-40B4-BE49-F238E27FC236}">
                        <a16:creationId xmlns:a16="http://schemas.microsoft.com/office/drawing/2014/main" id="{0DAE99C7-8F83-CD46-A92D-AC77DFE54423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99" name="Cube 898">
                    <a:extLst>
                      <a:ext uri="{FF2B5EF4-FFF2-40B4-BE49-F238E27FC236}">
                        <a16:creationId xmlns:a16="http://schemas.microsoft.com/office/drawing/2014/main" id="{B1953099-4C9B-1C47-B4FF-08FB86C7EC00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00" name="Cube 899">
                    <a:extLst>
                      <a:ext uri="{FF2B5EF4-FFF2-40B4-BE49-F238E27FC236}">
                        <a16:creationId xmlns:a16="http://schemas.microsoft.com/office/drawing/2014/main" id="{9D688AB8-49A1-AC45-8937-4C04BE5625AC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890" name="Group 889">
                  <a:extLst>
                    <a:ext uri="{FF2B5EF4-FFF2-40B4-BE49-F238E27FC236}">
                      <a16:creationId xmlns:a16="http://schemas.microsoft.com/office/drawing/2014/main" id="{75C28B85-FF47-784A-BB72-997E9EDD7E0A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895" name="Cube 894">
                    <a:extLst>
                      <a:ext uri="{FF2B5EF4-FFF2-40B4-BE49-F238E27FC236}">
                        <a16:creationId xmlns:a16="http://schemas.microsoft.com/office/drawing/2014/main" id="{73BBD761-7E62-A44E-808C-632785E05CC0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96" name="Cube 895">
                    <a:extLst>
                      <a:ext uri="{FF2B5EF4-FFF2-40B4-BE49-F238E27FC236}">
                        <a16:creationId xmlns:a16="http://schemas.microsoft.com/office/drawing/2014/main" id="{330D3E2A-CCAB-254C-8AF4-24DA66524DDD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97" name="Cube 896">
                    <a:extLst>
                      <a:ext uri="{FF2B5EF4-FFF2-40B4-BE49-F238E27FC236}">
                        <a16:creationId xmlns:a16="http://schemas.microsoft.com/office/drawing/2014/main" id="{050A3BB4-08CA-4348-97C4-084BEA1C68F4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891" name="Group 890">
                  <a:extLst>
                    <a:ext uri="{FF2B5EF4-FFF2-40B4-BE49-F238E27FC236}">
                      <a16:creationId xmlns:a16="http://schemas.microsoft.com/office/drawing/2014/main" id="{6E6A9781-CBCD-5841-ACB4-862A5CC20EB5}"/>
                    </a:ext>
                  </a:extLst>
                </p:cNvPr>
                <p:cNvGrpSpPr/>
                <p:nvPr/>
              </p:nvGrpSpPr>
              <p:grpSpPr>
                <a:xfrm>
                  <a:off x="5887229" y="1731724"/>
                  <a:ext cx="1919613" cy="670143"/>
                  <a:chOff x="3200395" y="1396653"/>
                  <a:chExt cx="1919613" cy="670143"/>
                </a:xfrm>
                <a:grpFill/>
              </p:grpSpPr>
              <p:sp>
                <p:nvSpPr>
                  <p:cNvPr id="892" name="Cube 891">
                    <a:extLst>
                      <a:ext uri="{FF2B5EF4-FFF2-40B4-BE49-F238E27FC236}">
                        <a16:creationId xmlns:a16="http://schemas.microsoft.com/office/drawing/2014/main" id="{8FD774A2-122D-D14C-9E44-E851890E96EA}"/>
                      </a:ext>
                    </a:extLst>
                  </p:cNvPr>
                  <p:cNvSpPr/>
                  <p:nvPr/>
                </p:nvSpPr>
                <p:spPr>
                  <a:xfrm>
                    <a:off x="3200395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93" name="Cube 892">
                    <a:extLst>
                      <a:ext uri="{FF2B5EF4-FFF2-40B4-BE49-F238E27FC236}">
                        <a16:creationId xmlns:a16="http://schemas.microsoft.com/office/drawing/2014/main" id="{1FD81923-33D7-9D43-9017-18FBF0570B5F}"/>
                      </a:ext>
                    </a:extLst>
                  </p:cNvPr>
                  <p:cNvSpPr/>
                  <p:nvPr/>
                </p:nvSpPr>
                <p:spPr>
                  <a:xfrm>
                    <a:off x="381573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94" name="Cube 893">
                    <a:extLst>
                      <a:ext uri="{FF2B5EF4-FFF2-40B4-BE49-F238E27FC236}">
                        <a16:creationId xmlns:a16="http://schemas.microsoft.com/office/drawing/2014/main" id="{882FFE28-BDFC-6140-BFB5-900A5856AB79}"/>
                      </a:ext>
                    </a:extLst>
                  </p:cNvPr>
                  <p:cNvSpPr/>
                  <p:nvPr/>
                </p:nvSpPr>
                <p:spPr>
                  <a:xfrm>
                    <a:off x="4449865" y="1396653"/>
                    <a:ext cx="670143" cy="670143"/>
                  </a:xfrm>
                  <a:prstGeom prst="cube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863" name="Group 862">
                <a:extLst>
                  <a:ext uri="{FF2B5EF4-FFF2-40B4-BE49-F238E27FC236}">
                    <a16:creationId xmlns:a16="http://schemas.microsoft.com/office/drawing/2014/main" id="{DF214169-EDCE-4F40-AEED-ADC51F91B763}"/>
                  </a:ext>
                </a:extLst>
              </p:cNvPr>
              <p:cNvGrpSpPr/>
              <p:nvPr/>
            </p:nvGrpSpPr>
            <p:grpSpPr>
              <a:xfrm>
                <a:off x="1427700" y="2312994"/>
                <a:ext cx="7017702" cy="670143"/>
                <a:chOff x="789140" y="1731724"/>
                <a:chExt cx="7017702" cy="670143"/>
              </a:xfrm>
              <a:grpFill/>
            </p:grpSpPr>
            <p:grpSp>
              <p:nvGrpSpPr>
                <p:cNvPr id="877" name="Group 876">
                  <a:extLst>
                    <a:ext uri="{FF2B5EF4-FFF2-40B4-BE49-F238E27FC236}">
                      <a16:creationId xmlns:a16="http://schemas.microsoft.com/office/drawing/2014/main" id="{5B772EC7-35D5-D14A-8996-30F94DE0DCA5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886" name="Cube 885">
                    <a:extLst>
                      <a:ext uri="{FF2B5EF4-FFF2-40B4-BE49-F238E27FC236}">
                        <a16:creationId xmlns:a16="http://schemas.microsoft.com/office/drawing/2014/main" id="{BD0ADC00-D182-2A47-9CAE-3CDB5C26324F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87" name="Cube 886">
                    <a:extLst>
                      <a:ext uri="{FF2B5EF4-FFF2-40B4-BE49-F238E27FC236}">
                        <a16:creationId xmlns:a16="http://schemas.microsoft.com/office/drawing/2014/main" id="{25EBDCBF-38B8-1042-A696-27847C32B7F4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88" name="Cube 887">
                    <a:extLst>
                      <a:ext uri="{FF2B5EF4-FFF2-40B4-BE49-F238E27FC236}">
                        <a16:creationId xmlns:a16="http://schemas.microsoft.com/office/drawing/2014/main" id="{3AC6CE7D-9542-8E44-BDB4-ED1540ABD262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878" name="Group 877">
                  <a:extLst>
                    <a:ext uri="{FF2B5EF4-FFF2-40B4-BE49-F238E27FC236}">
                      <a16:creationId xmlns:a16="http://schemas.microsoft.com/office/drawing/2014/main" id="{D62F4A19-7893-5141-AF80-C19C52FC8E56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883" name="Cube 882">
                    <a:extLst>
                      <a:ext uri="{FF2B5EF4-FFF2-40B4-BE49-F238E27FC236}">
                        <a16:creationId xmlns:a16="http://schemas.microsoft.com/office/drawing/2014/main" id="{D59027EB-EA83-B64D-A4A3-7ADAABCB53ED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84" name="Cube 883">
                    <a:extLst>
                      <a:ext uri="{FF2B5EF4-FFF2-40B4-BE49-F238E27FC236}">
                        <a16:creationId xmlns:a16="http://schemas.microsoft.com/office/drawing/2014/main" id="{61587169-DDAE-C448-A390-230888A3BBF9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85" name="Cube 884">
                    <a:extLst>
                      <a:ext uri="{FF2B5EF4-FFF2-40B4-BE49-F238E27FC236}">
                        <a16:creationId xmlns:a16="http://schemas.microsoft.com/office/drawing/2014/main" id="{0EA4DD89-D5CB-264C-8917-48A6DA7E2880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879" name="Group 878">
                  <a:extLst>
                    <a:ext uri="{FF2B5EF4-FFF2-40B4-BE49-F238E27FC236}">
                      <a16:creationId xmlns:a16="http://schemas.microsoft.com/office/drawing/2014/main" id="{8DA57344-3B51-7C49-A274-DE8F13D4C047}"/>
                    </a:ext>
                  </a:extLst>
                </p:cNvPr>
                <p:cNvGrpSpPr/>
                <p:nvPr/>
              </p:nvGrpSpPr>
              <p:grpSpPr>
                <a:xfrm>
                  <a:off x="5999963" y="1731724"/>
                  <a:ext cx="1806879" cy="670143"/>
                  <a:chOff x="3313129" y="1396653"/>
                  <a:chExt cx="1806879" cy="670143"/>
                </a:xfrm>
                <a:grpFill/>
              </p:grpSpPr>
              <p:sp>
                <p:nvSpPr>
                  <p:cNvPr id="880" name="Cube 879">
                    <a:extLst>
                      <a:ext uri="{FF2B5EF4-FFF2-40B4-BE49-F238E27FC236}">
                        <a16:creationId xmlns:a16="http://schemas.microsoft.com/office/drawing/2014/main" id="{C9179C6D-16D3-7446-961E-565173BE29C0}"/>
                      </a:ext>
                    </a:extLst>
                  </p:cNvPr>
                  <p:cNvSpPr/>
                  <p:nvPr/>
                </p:nvSpPr>
                <p:spPr>
                  <a:xfrm>
                    <a:off x="331312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81" name="Cube 880">
                    <a:extLst>
                      <a:ext uri="{FF2B5EF4-FFF2-40B4-BE49-F238E27FC236}">
                        <a16:creationId xmlns:a16="http://schemas.microsoft.com/office/drawing/2014/main" id="{A684C41C-6180-C74D-ABDA-576D67089867}"/>
                      </a:ext>
                    </a:extLst>
                  </p:cNvPr>
                  <p:cNvSpPr/>
                  <p:nvPr/>
                </p:nvSpPr>
                <p:spPr>
                  <a:xfrm>
                    <a:off x="381573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82" name="Cube 881">
                    <a:extLst>
                      <a:ext uri="{FF2B5EF4-FFF2-40B4-BE49-F238E27FC236}">
                        <a16:creationId xmlns:a16="http://schemas.microsoft.com/office/drawing/2014/main" id="{ECAD16FD-3FB8-F046-884C-AC7D043DE2B8}"/>
                      </a:ext>
                    </a:extLst>
                  </p:cNvPr>
                  <p:cNvSpPr/>
                  <p:nvPr/>
                </p:nvSpPr>
                <p:spPr>
                  <a:xfrm>
                    <a:off x="4449865" y="1396653"/>
                    <a:ext cx="670143" cy="670143"/>
                  </a:xfrm>
                  <a:prstGeom prst="cube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864" name="Group 863">
                <a:extLst>
                  <a:ext uri="{FF2B5EF4-FFF2-40B4-BE49-F238E27FC236}">
                    <a16:creationId xmlns:a16="http://schemas.microsoft.com/office/drawing/2014/main" id="{1F6D79AF-9480-9546-9C77-8D589EA811B6}"/>
                  </a:ext>
                </a:extLst>
              </p:cNvPr>
              <p:cNvGrpSpPr/>
              <p:nvPr/>
            </p:nvGrpSpPr>
            <p:grpSpPr>
              <a:xfrm>
                <a:off x="1258561" y="2480134"/>
                <a:ext cx="7017702" cy="670143"/>
                <a:chOff x="789140" y="1731724"/>
                <a:chExt cx="7017702" cy="670143"/>
              </a:xfrm>
              <a:grpFill/>
            </p:grpSpPr>
            <p:grpSp>
              <p:nvGrpSpPr>
                <p:cNvPr id="865" name="Group 864">
                  <a:extLst>
                    <a:ext uri="{FF2B5EF4-FFF2-40B4-BE49-F238E27FC236}">
                      <a16:creationId xmlns:a16="http://schemas.microsoft.com/office/drawing/2014/main" id="{B744C7E9-3435-E84E-8DFA-6A7DB664BD5A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874" name="Cube 873">
                    <a:extLst>
                      <a:ext uri="{FF2B5EF4-FFF2-40B4-BE49-F238E27FC236}">
                        <a16:creationId xmlns:a16="http://schemas.microsoft.com/office/drawing/2014/main" id="{1946E80B-EB1B-A24D-A3FE-893E4E887EA8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75" name="Cube 874">
                    <a:extLst>
                      <a:ext uri="{FF2B5EF4-FFF2-40B4-BE49-F238E27FC236}">
                        <a16:creationId xmlns:a16="http://schemas.microsoft.com/office/drawing/2014/main" id="{10BE20C2-8124-FE45-AC28-3B69B1FCF920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76" name="Cube 875">
                    <a:extLst>
                      <a:ext uri="{FF2B5EF4-FFF2-40B4-BE49-F238E27FC236}">
                        <a16:creationId xmlns:a16="http://schemas.microsoft.com/office/drawing/2014/main" id="{53EB65B2-FCB4-D440-9668-E4EC1F97240B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866" name="Group 865">
                  <a:extLst>
                    <a:ext uri="{FF2B5EF4-FFF2-40B4-BE49-F238E27FC236}">
                      <a16:creationId xmlns:a16="http://schemas.microsoft.com/office/drawing/2014/main" id="{027104AB-C50C-6941-8E6D-CF27F1861D05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871" name="Cube 870">
                    <a:extLst>
                      <a:ext uri="{FF2B5EF4-FFF2-40B4-BE49-F238E27FC236}">
                        <a16:creationId xmlns:a16="http://schemas.microsoft.com/office/drawing/2014/main" id="{168ECF99-432F-FD4A-BC1B-7D48E2B81B51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72" name="Cube 871">
                    <a:extLst>
                      <a:ext uri="{FF2B5EF4-FFF2-40B4-BE49-F238E27FC236}">
                        <a16:creationId xmlns:a16="http://schemas.microsoft.com/office/drawing/2014/main" id="{3289D4F7-10A4-F44A-80AB-047924C1B0FA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73" name="Cube 872">
                    <a:extLst>
                      <a:ext uri="{FF2B5EF4-FFF2-40B4-BE49-F238E27FC236}">
                        <a16:creationId xmlns:a16="http://schemas.microsoft.com/office/drawing/2014/main" id="{ED70BCB9-91BB-E447-9C4A-0C55F87CA708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867" name="Group 866">
                  <a:extLst>
                    <a:ext uri="{FF2B5EF4-FFF2-40B4-BE49-F238E27FC236}">
                      <a16:creationId xmlns:a16="http://schemas.microsoft.com/office/drawing/2014/main" id="{61648067-836A-314B-8CC3-DA2EF261FBB9}"/>
                    </a:ext>
                  </a:extLst>
                </p:cNvPr>
                <p:cNvGrpSpPr/>
                <p:nvPr/>
              </p:nvGrpSpPr>
              <p:grpSpPr>
                <a:xfrm>
                  <a:off x="6131486" y="1731724"/>
                  <a:ext cx="1675356" cy="670143"/>
                  <a:chOff x="3444652" y="1396653"/>
                  <a:chExt cx="1675356" cy="670143"/>
                </a:xfrm>
                <a:grpFill/>
              </p:grpSpPr>
              <p:sp>
                <p:nvSpPr>
                  <p:cNvPr id="868" name="Cube 867">
                    <a:extLst>
                      <a:ext uri="{FF2B5EF4-FFF2-40B4-BE49-F238E27FC236}">
                        <a16:creationId xmlns:a16="http://schemas.microsoft.com/office/drawing/2014/main" id="{783A2059-1A4C-1B4D-AEDE-C57D3332F93E}"/>
                      </a:ext>
                    </a:extLst>
                  </p:cNvPr>
                  <p:cNvSpPr/>
                  <p:nvPr/>
                </p:nvSpPr>
                <p:spPr>
                  <a:xfrm>
                    <a:off x="3444652" y="1396653"/>
                    <a:ext cx="670143" cy="670143"/>
                  </a:xfrm>
                  <a:prstGeom prst="cube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69" name="Cube 868">
                    <a:extLst>
                      <a:ext uri="{FF2B5EF4-FFF2-40B4-BE49-F238E27FC236}">
                        <a16:creationId xmlns:a16="http://schemas.microsoft.com/office/drawing/2014/main" id="{839EE96D-9AF7-2340-9785-9B563EABEF87}"/>
                      </a:ext>
                    </a:extLst>
                  </p:cNvPr>
                  <p:cNvSpPr/>
                  <p:nvPr/>
                </p:nvSpPr>
                <p:spPr>
                  <a:xfrm>
                    <a:off x="3947259" y="1396653"/>
                    <a:ext cx="670143" cy="670143"/>
                  </a:xfrm>
                  <a:prstGeom prst="cube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70" name="Cube 869">
                    <a:extLst>
                      <a:ext uri="{FF2B5EF4-FFF2-40B4-BE49-F238E27FC236}">
                        <a16:creationId xmlns:a16="http://schemas.microsoft.com/office/drawing/2014/main" id="{6B6363BB-480C-8541-BE30-D5D30CF47AB3}"/>
                      </a:ext>
                    </a:extLst>
                  </p:cNvPr>
                  <p:cNvSpPr/>
                  <p:nvPr/>
                </p:nvSpPr>
                <p:spPr>
                  <a:xfrm>
                    <a:off x="4449865" y="1396653"/>
                    <a:ext cx="670143" cy="670143"/>
                  </a:xfrm>
                  <a:prstGeom prst="cube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  <p:grpSp>
          <p:nvGrpSpPr>
            <p:cNvPr id="973" name="Group 972">
              <a:extLst>
                <a:ext uri="{FF2B5EF4-FFF2-40B4-BE49-F238E27FC236}">
                  <a16:creationId xmlns:a16="http://schemas.microsoft.com/office/drawing/2014/main" id="{97C87E20-4163-E14C-819E-FAAA65E91249}"/>
                </a:ext>
              </a:extLst>
            </p:cNvPr>
            <p:cNvGrpSpPr/>
            <p:nvPr/>
          </p:nvGrpSpPr>
          <p:grpSpPr>
            <a:xfrm>
              <a:off x="1967885" y="977311"/>
              <a:ext cx="7355981" cy="2007277"/>
              <a:chOff x="1258561" y="1143000"/>
              <a:chExt cx="7355981" cy="2007277"/>
            </a:xfrm>
            <a:grpFill/>
          </p:grpSpPr>
          <p:grpSp>
            <p:nvGrpSpPr>
              <p:cNvPr id="974" name="Group 973">
                <a:extLst>
                  <a:ext uri="{FF2B5EF4-FFF2-40B4-BE49-F238E27FC236}">
                    <a16:creationId xmlns:a16="http://schemas.microsoft.com/office/drawing/2014/main" id="{17CDE2B5-1F90-2F48-BBA1-C7345C4CDF9B}"/>
                  </a:ext>
                </a:extLst>
              </p:cNvPr>
              <p:cNvGrpSpPr/>
              <p:nvPr/>
            </p:nvGrpSpPr>
            <p:grpSpPr>
              <a:xfrm>
                <a:off x="2611677" y="1143000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1079" name="Group 1078">
                  <a:extLst>
                    <a:ext uri="{FF2B5EF4-FFF2-40B4-BE49-F238E27FC236}">
                      <a16:creationId xmlns:a16="http://schemas.microsoft.com/office/drawing/2014/main" id="{6628D666-E08B-4A48-B5B1-BFCD8A6F293F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088" name="Cube 1087">
                    <a:extLst>
                      <a:ext uri="{FF2B5EF4-FFF2-40B4-BE49-F238E27FC236}">
                        <a16:creationId xmlns:a16="http://schemas.microsoft.com/office/drawing/2014/main" id="{A0DADC74-07F7-6548-925B-4E81BA041334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89" name="Cube 1088">
                    <a:extLst>
                      <a:ext uri="{FF2B5EF4-FFF2-40B4-BE49-F238E27FC236}">
                        <a16:creationId xmlns:a16="http://schemas.microsoft.com/office/drawing/2014/main" id="{5F1FD5C7-B83E-2441-9C0A-FAC90ECC0CD5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90" name="Cube 1089">
                    <a:extLst>
                      <a:ext uri="{FF2B5EF4-FFF2-40B4-BE49-F238E27FC236}">
                        <a16:creationId xmlns:a16="http://schemas.microsoft.com/office/drawing/2014/main" id="{80661979-06DE-564D-84A2-CC3515C53263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80" name="Group 1079">
                  <a:extLst>
                    <a:ext uri="{FF2B5EF4-FFF2-40B4-BE49-F238E27FC236}">
                      <a16:creationId xmlns:a16="http://schemas.microsoft.com/office/drawing/2014/main" id="{6F7E616F-A5B2-0B45-BE3E-0075EF21F479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085" name="Cube 1084">
                    <a:extLst>
                      <a:ext uri="{FF2B5EF4-FFF2-40B4-BE49-F238E27FC236}">
                        <a16:creationId xmlns:a16="http://schemas.microsoft.com/office/drawing/2014/main" id="{7D8CACCD-2227-2F46-9A95-FAD1F67CACA6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86" name="Cube 1085">
                    <a:extLst>
                      <a:ext uri="{FF2B5EF4-FFF2-40B4-BE49-F238E27FC236}">
                        <a16:creationId xmlns:a16="http://schemas.microsoft.com/office/drawing/2014/main" id="{C7E9FA15-5B11-6B47-B446-2E3D56FF92BB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87" name="Cube 1086">
                    <a:extLst>
                      <a:ext uri="{FF2B5EF4-FFF2-40B4-BE49-F238E27FC236}">
                        <a16:creationId xmlns:a16="http://schemas.microsoft.com/office/drawing/2014/main" id="{EDECA41A-009B-F64E-9987-8FF6991A5B19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81" name="Group 1080">
                  <a:extLst>
                    <a:ext uri="{FF2B5EF4-FFF2-40B4-BE49-F238E27FC236}">
                      <a16:creationId xmlns:a16="http://schemas.microsoft.com/office/drawing/2014/main" id="{7EE195B2-C732-0447-AD74-40685ECC9ECA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082" name="Cube 1081">
                    <a:extLst>
                      <a:ext uri="{FF2B5EF4-FFF2-40B4-BE49-F238E27FC236}">
                        <a16:creationId xmlns:a16="http://schemas.microsoft.com/office/drawing/2014/main" id="{AEE1C682-64FC-B246-A550-FDBF89420BDC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83" name="Cube 1082">
                    <a:extLst>
                      <a:ext uri="{FF2B5EF4-FFF2-40B4-BE49-F238E27FC236}">
                        <a16:creationId xmlns:a16="http://schemas.microsoft.com/office/drawing/2014/main" id="{BED75F3B-C152-AA4A-9E72-E373100CE245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84" name="Cube 1083">
                    <a:extLst>
                      <a:ext uri="{FF2B5EF4-FFF2-40B4-BE49-F238E27FC236}">
                        <a16:creationId xmlns:a16="http://schemas.microsoft.com/office/drawing/2014/main" id="{CE315995-9F83-4042-820E-476FD53EB60D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975" name="Group 974">
                <a:extLst>
                  <a:ext uri="{FF2B5EF4-FFF2-40B4-BE49-F238E27FC236}">
                    <a16:creationId xmlns:a16="http://schemas.microsoft.com/office/drawing/2014/main" id="{85A7DF57-7E59-0649-93A7-A17FA2E998E8}"/>
                  </a:ext>
                </a:extLst>
              </p:cNvPr>
              <p:cNvGrpSpPr/>
              <p:nvPr/>
            </p:nvGrpSpPr>
            <p:grpSpPr>
              <a:xfrm>
                <a:off x="2442535" y="1310142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1067" name="Group 1066">
                  <a:extLst>
                    <a:ext uri="{FF2B5EF4-FFF2-40B4-BE49-F238E27FC236}">
                      <a16:creationId xmlns:a16="http://schemas.microsoft.com/office/drawing/2014/main" id="{6E726A60-6EE4-1D4B-A75F-D5FF10C9F439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076" name="Cube 1075">
                    <a:extLst>
                      <a:ext uri="{FF2B5EF4-FFF2-40B4-BE49-F238E27FC236}">
                        <a16:creationId xmlns:a16="http://schemas.microsoft.com/office/drawing/2014/main" id="{E08EA687-670F-FC4C-B1E8-8AB4A1B20BF6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77" name="Cube 1076">
                    <a:extLst>
                      <a:ext uri="{FF2B5EF4-FFF2-40B4-BE49-F238E27FC236}">
                        <a16:creationId xmlns:a16="http://schemas.microsoft.com/office/drawing/2014/main" id="{DC9CE6C1-2770-0445-919A-61E5CFD6A848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78" name="Cube 1077">
                    <a:extLst>
                      <a:ext uri="{FF2B5EF4-FFF2-40B4-BE49-F238E27FC236}">
                        <a16:creationId xmlns:a16="http://schemas.microsoft.com/office/drawing/2014/main" id="{0B6D1AC0-BAFA-DD4D-A1E1-41EA891EEF6D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68" name="Group 1067">
                  <a:extLst>
                    <a:ext uri="{FF2B5EF4-FFF2-40B4-BE49-F238E27FC236}">
                      <a16:creationId xmlns:a16="http://schemas.microsoft.com/office/drawing/2014/main" id="{2533E995-6E42-4E42-89C1-D888F00EFB76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073" name="Cube 1072">
                    <a:extLst>
                      <a:ext uri="{FF2B5EF4-FFF2-40B4-BE49-F238E27FC236}">
                        <a16:creationId xmlns:a16="http://schemas.microsoft.com/office/drawing/2014/main" id="{23755F65-F2A5-8249-BE15-59668CEF60DF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74" name="Cube 1073">
                    <a:extLst>
                      <a:ext uri="{FF2B5EF4-FFF2-40B4-BE49-F238E27FC236}">
                        <a16:creationId xmlns:a16="http://schemas.microsoft.com/office/drawing/2014/main" id="{02989586-324C-8145-AB6A-AF03DBB1FE92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75" name="Cube 1074">
                    <a:extLst>
                      <a:ext uri="{FF2B5EF4-FFF2-40B4-BE49-F238E27FC236}">
                        <a16:creationId xmlns:a16="http://schemas.microsoft.com/office/drawing/2014/main" id="{41A882BF-C25F-BE4B-AEE6-8395C12E702B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69" name="Group 1068">
                  <a:extLst>
                    <a:ext uri="{FF2B5EF4-FFF2-40B4-BE49-F238E27FC236}">
                      <a16:creationId xmlns:a16="http://schemas.microsoft.com/office/drawing/2014/main" id="{DD7A9145-D833-CF4A-A6EF-DDFDE8932F7A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070" name="Cube 1069">
                    <a:extLst>
                      <a:ext uri="{FF2B5EF4-FFF2-40B4-BE49-F238E27FC236}">
                        <a16:creationId xmlns:a16="http://schemas.microsoft.com/office/drawing/2014/main" id="{09622522-FBFC-2E44-967E-6257892F1C7A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71" name="Cube 1070">
                    <a:extLst>
                      <a:ext uri="{FF2B5EF4-FFF2-40B4-BE49-F238E27FC236}">
                        <a16:creationId xmlns:a16="http://schemas.microsoft.com/office/drawing/2014/main" id="{7A08A4F9-2695-0245-B276-A2959BCDEFC4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72" name="Cube 1071">
                    <a:extLst>
                      <a:ext uri="{FF2B5EF4-FFF2-40B4-BE49-F238E27FC236}">
                        <a16:creationId xmlns:a16="http://schemas.microsoft.com/office/drawing/2014/main" id="{63C504AE-291F-6A47-AF0C-46FF3E941322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976" name="Group 975">
                <a:extLst>
                  <a:ext uri="{FF2B5EF4-FFF2-40B4-BE49-F238E27FC236}">
                    <a16:creationId xmlns:a16="http://schemas.microsoft.com/office/drawing/2014/main" id="{D06EF3D7-0176-F543-8F48-244F23008479}"/>
                  </a:ext>
                </a:extLst>
              </p:cNvPr>
              <p:cNvGrpSpPr/>
              <p:nvPr/>
            </p:nvGrpSpPr>
            <p:grpSpPr>
              <a:xfrm>
                <a:off x="2273396" y="1477284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1055" name="Group 1054">
                  <a:extLst>
                    <a:ext uri="{FF2B5EF4-FFF2-40B4-BE49-F238E27FC236}">
                      <a16:creationId xmlns:a16="http://schemas.microsoft.com/office/drawing/2014/main" id="{3B91DE56-F2E7-484E-AC75-A91E05E5E2D9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064" name="Cube 1063">
                    <a:extLst>
                      <a:ext uri="{FF2B5EF4-FFF2-40B4-BE49-F238E27FC236}">
                        <a16:creationId xmlns:a16="http://schemas.microsoft.com/office/drawing/2014/main" id="{DC3F769F-68E5-F14A-B2C3-2D62823204EB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65" name="Cube 1064">
                    <a:extLst>
                      <a:ext uri="{FF2B5EF4-FFF2-40B4-BE49-F238E27FC236}">
                        <a16:creationId xmlns:a16="http://schemas.microsoft.com/office/drawing/2014/main" id="{AE3148D5-50A0-684C-B240-D1FFAE7A997B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66" name="Cube 1065">
                    <a:extLst>
                      <a:ext uri="{FF2B5EF4-FFF2-40B4-BE49-F238E27FC236}">
                        <a16:creationId xmlns:a16="http://schemas.microsoft.com/office/drawing/2014/main" id="{AA37B06D-3C87-6C46-A7CE-149E89D73B6A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56" name="Group 1055">
                  <a:extLst>
                    <a:ext uri="{FF2B5EF4-FFF2-40B4-BE49-F238E27FC236}">
                      <a16:creationId xmlns:a16="http://schemas.microsoft.com/office/drawing/2014/main" id="{A22715B1-632B-0C49-9A2B-71E0FB9AEF22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061" name="Cube 1060">
                    <a:extLst>
                      <a:ext uri="{FF2B5EF4-FFF2-40B4-BE49-F238E27FC236}">
                        <a16:creationId xmlns:a16="http://schemas.microsoft.com/office/drawing/2014/main" id="{7A170FAA-EE19-254C-B033-5C9BFA44B88D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62" name="Cube 1061">
                    <a:extLst>
                      <a:ext uri="{FF2B5EF4-FFF2-40B4-BE49-F238E27FC236}">
                        <a16:creationId xmlns:a16="http://schemas.microsoft.com/office/drawing/2014/main" id="{2F351E99-4D47-9D4E-BF0F-4C06514E70C3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63" name="Cube 1062">
                    <a:extLst>
                      <a:ext uri="{FF2B5EF4-FFF2-40B4-BE49-F238E27FC236}">
                        <a16:creationId xmlns:a16="http://schemas.microsoft.com/office/drawing/2014/main" id="{3F2207F3-DE5B-264C-8169-BF6870F0A154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57" name="Group 1056">
                  <a:extLst>
                    <a:ext uri="{FF2B5EF4-FFF2-40B4-BE49-F238E27FC236}">
                      <a16:creationId xmlns:a16="http://schemas.microsoft.com/office/drawing/2014/main" id="{F56CFE0A-B9F6-0E45-AB28-7FAA751328A3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058" name="Cube 1057">
                    <a:extLst>
                      <a:ext uri="{FF2B5EF4-FFF2-40B4-BE49-F238E27FC236}">
                        <a16:creationId xmlns:a16="http://schemas.microsoft.com/office/drawing/2014/main" id="{07D958D9-A6D8-7144-A289-66C506EF3415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59" name="Cube 1058">
                    <a:extLst>
                      <a:ext uri="{FF2B5EF4-FFF2-40B4-BE49-F238E27FC236}">
                        <a16:creationId xmlns:a16="http://schemas.microsoft.com/office/drawing/2014/main" id="{EC8C242A-1AB7-934B-A65C-215E0E6461D9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60" name="Cube 1059">
                    <a:extLst>
                      <a:ext uri="{FF2B5EF4-FFF2-40B4-BE49-F238E27FC236}">
                        <a16:creationId xmlns:a16="http://schemas.microsoft.com/office/drawing/2014/main" id="{9C6380E7-C416-1748-98E2-8FC3CBDDAC2C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977" name="Group 976">
                <a:extLst>
                  <a:ext uri="{FF2B5EF4-FFF2-40B4-BE49-F238E27FC236}">
                    <a16:creationId xmlns:a16="http://schemas.microsoft.com/office/drawing/2014/main" id="{55EAE7EB-A862-DA41-A93C-229ED7C6B134}"/>
                  </a:ext>
                </a:extLst>
              </p:cNvPr>
              <p:cNvGrpSpPr/>
              <p:nvPr/>
            </p:nvGrpSpPr>
            <p:grpSpPr>
              <a:xfrm>
                <a:off x="2104257" y="1644426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1043" name="Group 1042">
                  <a:extLst>
                    <a:ext uri="{FF2B5EF4-FFF2-40B4-BE49-F238E27FC236}">
                      <a16:creationId xmlns:a16="http://schemas.microsoft.com/office/drawing/2014/main" id="{F885A5C9-4E53-7A47-B161-B25883167E53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052" name="Cube 1051">
                    <a:extLst>
                      <a:ext uri="{FF2B5EF4-FFF2-40B4-BE49-F238E27FC236}">
                        <a16:creationId xmlns:a16="http://schemas.microsoft.com/office/drawing/2014/main" id="{BF023FD1-3AF3-534E-B5F4-7F4579E60E69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53" name="Cube 1052">
                    <a:extLst>
                      <a:ext uri="{FF2B5EF4-FFF2-40B4-BE49-F238E27FC236}">
                        <a16:creationId xmlns:a16="http://schemas.microsoft.com/office/drawing/2014/main" id="{B3254413-4A72-2243-B88C-13FF95EC28EC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54" name="Cube 1053">
                    <a:extLst>
                      <a:ext uri="{FF2B5EF4-FFF2-40B4-BE49-F238E27FC236}">
                        <a16:creationId xmlns:a16="http://schemas.microsoft.com/office/drawing/2014/main" id="{D6A31941-BBCC-5547-B6B7-1C10D9DBC554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44" name="Group 1043">
                  <a:extLst>
                    <a:ext uri="{FF2B5EF4-FFF2-40B4-BE49-F238E27FC236}">
                      <a16:creationId xmlns:a16="http://schemas.microsoft.com/office/drawing/2014/main" id="{3F318B05-AD91-7243-BCCB-FD79CC0E4905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049" name="Cube 1048">
                    <a:extLst>
                      <a:ext uri="{FF2B5EF4-FFF2-40B4-BE49-F238E27FC236}">
                        <a16:creationId xmlns:a16="http://schemas.microsoft.com/office/drawing/2014/main" id="{E9369267-65A8-9946-B137-AFF281B003F5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50" name="Cube 1049">
                    <a:extLst>
                      <a:ext uri="{FF2B5EF4-FFF2-40B4-BE49-F238E27FC236}">
                        <a16:creationId xmlns:a16="http://schemas.microsoft.com/office/drawing/2014/main" id="{F796DBD8-C4A8-9848-BE2B-201FB0DC1F69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51" name="Cube 1050">
                    <a:extLst>
                      <a:ext uri="{FF2B5EF4-FFF2-40B4-BE49-F238E27FC236}">
                        <a16:creationId xmlns:a16="http://schemas.microsoft.com/office/drawing/2014/main" id="{EB4D1D92-CF41-4C47-81E7-07C73759EA8B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45" name="Group 1044">
                  <a:extLst>
                    <a:ext uri="{FF2B5EF4-FFF2-40B4-BE49-F238E27FC236}">
                      <a16:creationId xmlns:a16="http://schemas.microsoft.com/office/drawing/2014/main" id="{4829153F-D029-3944-87A7-9032D66EAF3F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046" name="Cube 1045">
                    <a:extLst>
                      <a:ext uri="{FF2B5EF4-FFF2-40B4-BE49-F238E27FC236}">
                        <a16:creationId xmlns:a16="http://schemas.microsoft.com/office/drawing/2014/main" id="{45D85E17-62CE-414E-9D6F-3755F2C2656B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47" name="Cube 1046">
                    <a:extLst>
                      <a:ext uri="{FF2B5EF4-FFF2-40B4-BE49-F238E27FC236}">
                        <a16:creationId xmlns:a16="http://schemas.microsoft.com/office/drawing/2014/main" id="{78A8AD0B-5C9A-0640-99CF-DD18EAC6AC3A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48" name="Cube 1047">
                    <a:extLst>
                      <a:ext uri="{FF2B5EF4-FFF2-40B4-BE49-F238E27FC236}">
                        <a16:creationId xmlns:a16="http://schemas.microsoft.com/office/drawing/2014/main" id="{571E7A10-EF9C-4646-AECD-F720DC6EE5BB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978" name="Group 977">
                <a:extLst>
                  <a:ext uri="{FF2B5EF4-FFF2-40B4-BE49-F238E27FC236}">
                    <a16:creationId xmlns:a16="http://schemas.microsoft.com/office/drawing/2014/main" id="{894A34F0-61D9-8E4E-969A-EEF5BE0CC2FF}"/>
                  </a:ext>
                </a:extLst>
              </p:cNvPr>
              <p:cNvGrpSpPr/>
              <p:nvPr/>
            </p:nvGrpSpPr>
            <p:grpSpPr>
              <a:xfrm>
                <a:off x="1935118" y="1811568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1031" name="Group 1030">
                  <a:extLst>
                    <a:ext uri="{FF2B5EF4-FFF2-40B4-BE49-F238E27FC236}">
                      <a16:creationId xmlns:a16="http://schemas.microsoft.com/office/drawing/2014/main" id="{94E7A6E0-A369-CB46-95E3-2ACB3B066095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040" name="Cube 1039">
                    <a:extLst>
                      <a:ext uri="{FF2B5EF4-FFF2-40B4-BE49-F238E27FC236}">
                        <a16:creationId xmlns:a16="http://schemas.microsoft.com/office/drawing/2014/main" id="{B7D624EF-594A-C84F-9B75-9CD55F565942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41" name="Cube 1040">
                    <a:extLst>
                      <a:ext uri="{FF2B5EF4-FFF2-40B4-BE49-F238E27FC236}">
                        <a16:creationId xmlns:a16="http://schemas.microsoft.com/office/drawing/2014/main" id="{EA464580-8473-8140-A484-C0E231ABB4CE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42" name="Cube 1041">
                    <a:extLst>
                      <a:ext uri="{FF2B5EF4-FFF2-40B4-BE49-F238E27FC236}">
                        <a16:creationId xmlns:a16="http://schemas.microsoft.com/office/drawing/2014/main" id="{6478545C-FF2E-FF40-99DF-712A9C1398BD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32" name="Group 1031">
                  <a:extLst>
                    <a:ext uri="{FF2B5EF4-FFF2-40B4-BE49-F238E27FC236}">
                      <a16:creationId xmlns:a16="http://schemas.microsoft.com/office/drawing/2014/main" id="{74A6BA1E-62D0-7742-ACE8-DEA76E8EBEE6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037" name="Cube 1036">
                    <a:extLst>
                      <a:ext uri="{FF2B5EF4-FFF2-40B4-BE49-F238E27FC236}">
                        <a16:creationId xmlns:a16="http://schemas.microsoft.com/office/drawing/2014/main" id="{47486D77-9B62-394E-88A1-F5844E70E4B7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38" name="Cube 1037">
                    <a:extLst>
                      <a:ext uri="{FF2B5EF4-FFF2-40B4-BE49-F238E27FC236}">
                        <a16:creationId xmlns:a16="http://schemas.microsoft.com/office/drawing/2014/main" id="{74F0292B-BD83-854B-B8E4-DF1E896B5515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39" name="Cube 1038">
                    <a:extLst>
                      <a:ext uri="{FF2B5EF4-FFF2-40B4-BE49-F238E27FC236}">
                        <a16:creationId xmlns:a16="http://schemas.microsoft.com/office/drawing/2014/main" id="{81DF14B4-9FAA-6C49-AB41-39C33ED79B2F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33" name="Group 1032">
                  <a:extLst>
                    <a:ext uri="{FF2B5EF4-FFF2-40B4-BE49-F238E27FC236}">
                      <a16:creationId xmlns:a16="http://schemas.microsoft.com/office/drawing/2014/main" id="{762FF521-EA24-3845-8968-BF38E6E79E55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034" name="Cube 1033">
                    <a:extLst>
                      <a:ext uri="{FF2B5EF4-FFF2-40B4-BE49-F238E27FC236}">
                        <a16:creationId xmlns:a16="http://schemas.microsoft.com/office/drawing/2014/main" id="{20F258C9-50D2-254D-B076-625EA0CF318C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35" name="Cube 1034">
                    <a:extLst>
                      <a:ext uri="{FF2B5EF4-FFF2-40B4-BE49-F238E27FC236}">
                        <a16:creationId xmlns:a16="http://schemas.microsoft.com/office/drawing/2014/main" id="{955A1EA1-98F6-D842-8B2C-751F224D6887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36" name="Cube 1035">
                    <a:extLst>
                      <a:ext uri="{FF2B5EF4-FFF2-40B4-BE49-F238E27FC236}">
                        <a16:creationId xmlns:a16="http://schemas.microsoft.com/office/drawing/2014/main" id="{04404671-5E95-2149-942B-175F6378262B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979" name="Group 978">
                <a:extLst>
                  <a:ext uri="{FF2B5EF4-FFF2-40B4-BE49-F238E27FC236}">
                    <a16:creationId xmlns:a16="http://schemas.microsoft.com/office/drawing/2014/main" id="{7A502FDA-6ECE-5247-B5CF-495FDCAD62FF}"/>
                  </a:ext>
                </a:extLst>
              </p:cNvPr>
              <p:cNvGrpSpPr/>
              <p:nvPr/>
            </p:nvGrpSpPr>
            <p:grpSpPr>
              <a:xfrm>
                <a:off x="1765979" y="1978710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1019" name="Group 1018">
                  <a:extLst>
                    <a:ext uri="{FF2B5EF4-FFF2-40B4-BE49-F238E27FC236}">
                      <a16:creationId xmlns:a16="http://schemas.microsoft.com/office/drawing/2014/main" id="{6B584BDA-F79B-994C-8936-63F97BCA64CD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028" name="Cube 1027">
                    <a:extLst>
                      <a:ext uri="{FF2B5EF4-FFF2-40B4-BE49-F238E27FC236}">
                        <a16:creationId xmlns:a16="http://schemas.microsoft.com/office/drawing/2014/main" id="{710FA5C5-397C-0945-AD79-BE8AEB8B8110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29" name="Cube 1028">
                    <a:extLst>
                      <a:ext uri="{FF2B5EF4-FFF2-40B4-BE49-F238E27FC236}">
                        <a16:creationId xmlns:a16="http://schemas.microsoft.com/office/drawing/2014/main" id="{C1826735-9E72-6F4F-95AD-0F0E997E3EBD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30" name="Cube 1029">
                    <a:extLst>
                      <a:ext uri="{FF2B5EF4-FFF2-40B4-BE49-F238E27FC236}">
                        <a16:creationId xmlns:a16="http://schemas.microsoft.com/office/drawing/2014/main" id="{41CB2E49-7CF9-B942-8826-9E38BB89D8FA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20" name="Group 1019">
                  <a:extLst>
                    <a:ext uri="{FF2B5EF4-FFF2-40B4-BE49-F238E27FC236}">
                      <a16:creationId xmlns:a16="http://schemas.microsoft.com/office/drawing/2014/main" id="{1560B5CE-11E9-214F-9E76-B95D1DFF2CED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025" name="Cube 1024">
                    <a:extLst>
                      <a:ext uri="{FF2B5EF4-FFF2-40B4-BE49-F238E27FC236}">
                        <a16:creationId xmlns:a16="http://schemas.microsoft.com/office/drawing/2014/main" id="{E9AC5CDC-D5F5-2F48-8BDC-8C4C670305D2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26" name="Cube 1025">
                    <a:extLst>
                      <a:ext uri="{FF2B5EF4-FFF2-40B4-BE49-F238E27FC236}">
                        <a16:creationId xmlns:a16="http://schemas.microsoft.com/office/drawing/2014/main" id="{EF7DD14E-1843-5E42-87D1-584E7921E14E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27" name="Cube 1026">
                    <a:extLst>
                      <a:ext uri="{FF2B5EF4-FFF2-40B4-BE49-F238E27FC236}">
                        <a16:creationId xmlns:a16="http://schemas.microsoft.com/office/drawing/2014/main" id="{60067E68-7009-4449-AB6B-900B96D2E05A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21" name="Group 1020">
                  <a:extLst>
                    <a:ext uri="{FF2B5EF4-FFF2-40B4-BE49-F238E27FC236}">
                      <a16:creationId xmlns:a16="http://schemas.microsoft.com/office/drawing/2014/main" id="{C4BF5875-A45A-AF4C-B144-977E15EE9962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022" name="Cube 1021">
                    <a:extLst>
                      <a:ext uri="{FF2B5EF4-FFF2-40B4-BE49-F238E27FC236}">
                        <a16:creationId xmlns:a16="http://schemas.microsoft.com/office/drawing/2014/main" id="{7534952F-9B89-1746-A8E9-0501E07B3F13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23" name="Cube 1022">
                    <a:extLst>
                      <a:ext uri="{FF2B5EF4-FFF2-40B4-BE49-F238E27FC236}">
                        <a16:creationId xmlns:a16="http://schemas.microsoft.com/office/drawing/2014/main" id="{64CB3152-1FB7-9942-95DB-2FADCA7EDBC9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24" name="Cube 1023">
                    <a:extLst>
                      <a:ext uri="{FF2B5EF4-FFF2-40B4-BE49-F238E27FC236}">
                        <a16:creationId xmlns:a16="http://schemas.microsoft.com/office/drawing/2014/main" id="{168AF8AA-B2C2-CF4F-A9FC-08A36827342D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980" name="Group 979">
                <a:extLst>
                  <a:ext uri="{FF2B5EF4-FFF2-40B4-BE49-F238E27FC236}">
                    <a16:creationId xmlns:a16="http://schemas.microsoft.com/office/drawing/2014/main" id="{58E6DA6B-1882-FC4A-8F7A-14416CF0F08D}"/>
                  </a:ext>
                </a:extLst>
              </p:cNvPr>
              <p:cNvGrpSpPr/>
              <p:nvPr/>
            </p:nvGrpSpPr>
            <p:grpSpPr>
              <a:xfrm>
                <a:off x="1596840" y="2145852"/>
                <a:ext cx="7017702" cy="670143"/>
                <a:chOff x="789140" y="1731724"/>
                <a:chExt cx="7017702" cy="670143"/>
              </a:xfrm>
              <a:grpFill/>
            </p:grpSpPr>
            <p:grpSp>
              <p:nvGrpSpPr>
                <p:cNvPr id="1007" name="Group 1006">
                  <a:extLst>
                    <a:ext uri="{FF2B5EF4-FFF2-40B4-BE49-F238E27FC236}">
                      <a16:creationId xmlns:a16="http://schemas.microsoft.com/office/drawing/2014/main" id="{20686905-CF9C-1740-834C-F8B51186E341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016" name="Cube 1015">
                    <a:extLst>
                      <a:ext uri="{FF2B5EF4-FFF2-40B4-BE49-F238E27FC236}">
                        <a16:creationId xmlns:a16="http://schemas.microsoft.com/office/drawing/2014/main" id="{C820FB90-6E6F-D147-9E69-62E3AA1AB91C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17" name="Cube 1016">
                    <a:extLst>
                      <a:ext uri="{FF2B5EF4-FFF2-40B4-BE49-F238E27FC236}">
                        <a16:creationId xmlns:a16="http://schemas.microsoft.com/office/drawing/2014/main" id="{5ECDA3D1-ED33-ED49-8E61-4F1573ADB881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18" name="Cube 1017">
                    <a:extLst>
                      <a:ext uri="{FF2B5EF4-FFF2-40B4-BE49-F238E27FC236}">
                        <a16:creationId xmlns:a16="http://schemas.microsoft.com/office/drawing/2014/main" id="{547018B7-24BA-FC4F-8E6B-2AD76701F0A8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08" name="Group 1007">
                  <a:extLst>
                    <a:ext uri="{FF2B5EF4-FFF2-40B4-BE49-F238E27FC236}">
                      <a16:creationId xmlns:a16="http://schemas.microsoft.com/office/drawing/2014/main" id="{E707128D-58E7-334E-AE2D-27B571773B59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013" name="Cube 1012">
                    <a:extLst>
                      <a:ext uri="{FF2B5EF4-FFF2-40B4-BE49-F238E27FC236}">
                        <a16:creationId xmlns:a16="http://schemas.microsoft.com/office/drawing/2014/main" id="{B9F8FB2C-209E-0843-8E0E-F785BC4C3C0C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14" name="Cube 1013">
                    <a:extLst>
                      <a:ext uri="{FF2B5EF4-FFF2-40B4-BE49-F238E27FC236}">
                        <a16:creationId xmlns:a16="http://schemas.microsoft.com/office/drawing/2014/main" id="{F034AE68-6833-2046-A78E-99DB9B153C0C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15" name="Cube 1014">
                    <a:extLst>
                      <a:ext uri="{FF2B5EF4-FFF2-40B4-BE49-F238E27FC236}">
                        <a16:creationId xmlns:a16="http://schemas.microsoft.com/office/drawing/2014/main" id="{555233D9-DBB4-7E4C-BA9B-FF333A7FA4F2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009" name="Group 1008">
                  <a:extLst>
                    <a:ext uri="{FF2B5EF4-FFF2-40B4-BE49-F238E27FC236}">
                      <a16:creationId xmlns:a16="http://schemas.microsoft.com/office/drawing/2014/main" id="{C7539C57-4236-0249-B9FF-AEA8E87E30CD}"/>
                    </a:ext>
                  </a:extLst>
                </p:cNvPr>
                <p:cNvGrpSpPr/>
                <p:nvPr/>
              </p:nvGrpSpPr>
              <p:grpSpPr>
                <a:xfrm>
                  <a:off x="5999963" y="1731724"/>
                  <a:ext cx="1806879" cy="670143"/>
                  <a:chOff x="3313129" y="1396653"/>
                  <a:chExt cx="1806879" cy="670143"/>
                </a:xfrm>
                <a:grpFill/>
              </p:grpSpPr>
              <p:sp>
                <p:nvSpPr>
                  <p:cNvPr id="1010" name="Cube 1009">
                    <a:extLst>
                      <a:ext uri="{FF2B5EF4-FFF2-40B4-BE49-F238E27FC236}">
                        <a16:creationId xmlns:a16="http://schemas.microsoft.com/office/drawing/2014/main" id="{A9F308C6-C235-6747-B9E8-3B62E51BD4AA}"/>
                      </a:ext>
                    </a:extLst>
                  </p:cNvPr>
                  <p:cNvSpPr/>
                  <p:nvPr/>
                </p:nvSpPr>
                <p:spPr>
                  <a:xfrm>
                    <a:off x="331312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11" name="Cube 1010">
                    <a:extLst>
                      <a:ext uri="{FF2B5EF4-FFF2-40B4-BE49-F238E27FC236}">
                        <a16:creationId xmlns:a16="http://schemas.microsoft.com/office/drawing/2014/main" id="{C41108DE-E4AB-964A-AF60-3D676E793DD3}"/>
                      </a:ext>
                    </a:extLst>
                  </p:cNvPr>
                  <p:cNvSpPr/>
                  <p:nvPr/>
                </p:nvSpPr>
                <p:spPr>
                  <a:xfrm>
                    <a:off x="381573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12" name="Cube 1011">
                    <a:extLst>
                      <a:ext uri="{FF2B5EF4-FFF2-40B4-BE49-F238E27FC236}">
                        <a16:creationId xmlns:a16="http://schemas.microsoft.com/office/drawing/2014/main" id="{C6A8948F-FE4D-074A-A1F7-417C3AC46ACA}"/>
                      </a:ext>
                    </a:extLst>
                  </p:cNvPr>
                  <p:cNvSpPr/>
                  <p:nvPr/>
                </p:nvSpPr>
                <p:spPr>
                  <a:xfrm>
                    <a:off x="4449865" y="1396653"/>
                    <a:ext cx="670143" cy="670143"/>
                  </a:xfrm>
                  <a:prstGeom prst="cube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981" name="Group 980">
                <a:extLst>
                  <a:ext uri="{FF2B5EF4-FFF2-40B4-BE49-F238E27FC236}">
                    <a16:creationId xmlns:a16="http://schemas.microsoft.com/office/drawing/2014/main" id="{13316278-7609-FE43-8FE5-CBF0664F2E17}"/>
                  </a:ext>
                </a:extLst>
              </p:cNvPr>
              <p:cNvGrpSpPr/>
              <p:nvPr/>
            </p:nvGrpSpPr>
            <p:grpSpPr>
              <a:xfrm>
                <a:off x="1427700" y="2312994"/>
                <a:ext cx="7017702" cy="670143"/>
                <a:chOff x="789140" y="1731724"/>
                <a:chExt cx="7017702" cy="670143"/>
              </a:xfrm>
              <a:grpFill/>
            </p:grpSpPr>
            <p:grpSp>
              <p:nvGrpSpPr>
                <p:cNvPr id="995" name="Group 994">
                  <a:extLst>
                    <a:ext uri="{FF2B5EF4-FFF2-40B4-BE49-F238E27FC236}">
                      <a16:creationId xmlns:a16="http://schemas.microsoft.com/office/drawing/2014/main" id="{A8D05C68-692E-A14D-8D46-8F39FA03E646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004" name="Cube 1003">
                    <a:extLst>
                      <a:ext uri="{FF2B5EF4-FFF2-40B4-BE49-F238E27FC236}">
                        <a16:creationId xmlns:a16="http://schemas.microsoft.com/office/drawing/2014/main" id="{10334F87-4753-A444-B5AE-0A51ECB4C7E2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05" name="Cube 1004">
                    <a:extLst>
                      <a:ext uri="{FF2B5EF4-FFF2-40B4-BE49-F238E27FC236}">
                        <a16:creationId xmlns:a16="http://schemas.microsoft.com/office/drawing/2014/main" id="{DCDC16F1-BDD3-5245-BA73-E5ED8A808EA0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06" name="Cube 1005">
                    <a:extLst>
                      <a:ext uri="{FF2B5EF4-FFF2-40B4-BE49-F238E27FC236}">
                        <a16:creationId xmlns:a16="http://schemas.microsoft.com/office/drawing/2014/main" id="{B997DC5D-0541-DF48-AD19-96FDC45181A1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96" name="Group 995">
                  <a:extLst>
                    <a:ext uri="{FF2B5EF4-FFF2-40B4-BE49-F238E27FC236}">
                      <a16:creationId xmlns:a16="http://schemas.microsoft.com/office/drawing/2014/main" id="{B5FB6667-34A4-5945-9EB0-31AB874984B3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001" name="Cube 1000">
                    <a:extLst>
                      <a:ext uri="{FF2B5EF4-FFF2-40B4-BE49-F238E27FC236}">
                        <a16:creationId xmlns:a16="http://schemas.microsoft.com/office/drawing/2014/main" id="{B031F738-0AEF-0B46-9620-C414846EF939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02" name="Cube 1001">
                    <a:extLst>
                      <a:ext uri="{FF2B5EF4-FFF2-40B4-BE49-F238E27FC236}">
                        <a16:creationId xmlns:a16="http://schemas.microsoft.com/office/drawing/2014/main" id="{2EB525D8-647F-BE4F-87B2-3E5A7C72E903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03" name="Cube 1002">
                    <a:extLst>
                      <a:ext uri="{FF2B5EF4-FFF2-40B4-BE49-F238E27FC236}">
                        <a16:creationId xmlns:a16="http://schemas.microsoft.com/office/drawing/2014/main" id="{CC02A197-9B7F-4448-AE67-0CCF79004643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97" name="Group 996">
                  <a:extLst>
                    <a:ext uri="{FF2B5EF4-FFF2-40B4-BE49-F238E27FC236}">
                      <a16:creationId xmlns:a16="http://schemas.microsoft.com/office/drawing/2014/main" id="{1742B9AF-93C0-DE48-B147-FAD5A9C9507B}"/>
                    </a:ext>
                  </a:extLst>
                </p:cNvPr>
                <p:cNvGrpSpPr/>
                <p:nvPr/>
              </p:nvGrpSpPr>
              <p:grpSpPr>
                <a:xfrm>
                  <a:off x="5999963" y="1731724"/>
                  <a:ext cx="1806879" cy="670143"/>
                  <a:chOff x="3313129" y="1396653"/>
                  <a:chExt cx="1806879" cy="670143"/>
                </a:xfrm>
                <a:grpFill/>
              </p:grpSpPr>
              <p:sp>
                <p:nvSpPr>
                  <p:cNvPr id="998" name="Cube 997">
                    <a:extLst>
                      <a:ext uri="{FF2B5EF4-FFF2-40B4-BE49-F238E27FC236}">
                        <a16:creationId xmlns:a16="http://schemas.microsoft.com/office/drawing/2014/main" id="{4DD8306D-8D38-9C4B-8A96-FC05C17F7987}"/>
                      </a:ext>
                    </a:extLst>
                  </p:cNvPr>
                  <p:cNvSpPr/>
                  <p:nvPr/>
                </p:nvSpPr>
                <p:spPr>
                  <a:xfrm>
                    <a:off x="331312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99" name="Cube 998">
                    <a:extLst>
                      <a:ext uri="{FF2B5EF4-FFF2-40B4-BE49-F238E27FC236}">
                        <a16:creationId xmlns:a16="http://schemas.microsoft.com/office/drawing/2014/main" id="{E4730334-6D86-4C40-ACB9-BD37D07AB227}"/>
                      </a:ext>
                    </a:extLst>
                  </p:cNvPr>
                  <p:cNvSpPr/>
                  <p:nvPr/>
                </p:nvSpPr>
                <p:spPr>
                  <a:xfrm>
                    <a:off x="381573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00" name="Cube 999">
                    <a:extLst>
                      <a:ext uri="{FF2B5EF4-FFF2-40B4-BE49-F238E27FC236}">
                        <a16:creationId xmlns:a16="http://schemas.microsoft.com/office/drawing/2014/main" id="{B6C31100-C7F8-094D-9FF4-D9A2C0B5F7FF}"/>
                      </a:ext>
                    </a:extLst>
                  </p:cNvPr>
                  <p:cNvSpPr/>
                  <p:nvPr/>
                </p:nvSpPr>
                <p:spPr>
                  <a:xfrm>
                    <a:off x="4449865" y="1396653"/>
                    <a:ext cx="670143" cy="670143"/>
                  </a:xfrm>
                  <a:prstGeom prst="cube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982" name="Group 981">
                <a:extLst>
                  <a:ext uri="{FF2B5EF4-FFF2-40B4-BE49-F238E27FC236}">
                    <a16:creationId xmlns:a16="http://schemas.microsoft.com/office/drawing/2014/main" id="{23042DF2-777D-5843-9D8A-E228D8E3F01F}"/>
                  </a:ext>
                </a:extLst>
              </p:cNvPr>
              <p:cNvGrpSpPr/>
              <p:nvPr/>
            </p:nvGrpSpPr>
            <p:grpSpPr>
              <a:xfrm>
                <a:off x="1258561" y="2480134"/>
                <a:ext cx="7017702" cy="670143"/>
                <a:chOff x="789140" y="1731724"/>
                <a:chExt cx="7017702" cy="670143"/>
              </a:xfrm>
              <a:grpFill/>
            </p:grpSpPr>
            <p:grpSp>
              <p:nvGrpSpPr>
                <p:cNvPr id="983" name="Group 982">
                  <a:extLst>
                    <a:ext uri="{FF2B5EF4-FFF2-40B4-BE49-F238E27FC236}">
                      <a16:creationId xmlns:a16="http://schemas.microsoft.com/office/drawing/2014/main" id="{6D7C1FEB-9D5A-4841-B176-E3D7AD311CFF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992" name="Cube 991">
                    <a:extLst>
                      <a:ext uri="{FF2B5EF4-FFF2-40B4-BE49-F238E27FC236}">
                        <a16:creationId xmlns:a16="http://schemas.microsoft.com/office/drawing/2014/main" id="{5564A4D8-0816-B24F-A47F-294F04880945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93" name="Cube 992">
                    <a:extLst>
                      <a:ext uri="{FF2B5EF4-FFF2-40B4-BE49-F238E27FC236}">
                        <a16:creationId xmlns:a16="http://schemas.microsoft.com/office/drawing/2014/main" id="{0B2AFEA8-E1D1-014C-8E49-F9888A5D5D1B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94" name="Cube 993">
                    <a:extLst>
                      <a:ext uri="{FF2B5EF4-FFF2-40B4-BE49-F238E27FC236}">
                        <a16:creationId xmlns:a16="http://schemas.microsoft.com/office/drawing/2014/main" id="{A019F883-B5A8-AF4D-9FE7-0D293725BF48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84" name="Group 983">
                  <a:extLst>
                    <a:ext uri="{FF2B5EF4-FFF2-40B4-BE49-F238E27FC236}">
                      <a16:creationId xmlns:a16="http://schemas.microsoft.com/office/drawing/2014/main" id="{265D6816-718F-574A-A61B-6B4982CB0E80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989" name="Cube 988">
                    <a:extLst>
                      <a:ext uri="{FF2B5EF4-FFF2-40B4-BE49-F238E27FC236}">
                        <a16:creationId xmlns:a16="http://schemas.microsoft.com/office/drawing/2014/main" id="{D7993337-1E21-DB43-A038-EAF00FF8AB6C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90" name="Cube 989">
                    <a:extLst>
                      <a:ext uri="{FF2B5EF4-FFF2-40B4-BE49-F238E27FC236}">
                        <a16:creationId xmlns:a16="http://schemas.microsoft.com/office/drawing/2014/main" id="{985AA2B7-19FA-D54D-BD21-A95D21B966EC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91" name="Cube 990">
                    <a:extLst>
                      <a:ext uri="{FF2B5EF4-FFF2-40B4-BE49-F238E27FC236}">
                        <a16:creationId xmlns:a16="http://schemas.microsoft.com/office/drawing/2014/main" id="{C2728983-CD97-FD41-825C-839B9604AC45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85" name="Group 984">
                  <a:extLst>
                    <a:ext uri="{FF2B5EF4-FFF2-40B4-BE49-F238E27FC236}">
                      <a16:creationId xmlns:a16="http://schemas.microsoft.com/office/drawing/2014/main" id="{44554395-A1F7-F94D-95A2-D8A7A12BE168}"/>
                    </a:ext>
                  </a:extLst>
                </p:cNvPr>
                <p:cNvGrpSpPr/>
                <p:nvPr/>
              </p:nvGrpSpPr>
              <p:grpSpPr>
                <a:xfrm>
                  <a:off x="6131486" y="1731724"/>
                  <a:ext cx="1675356" cy="670143"/>
                  <a:chOff x="3444652" y="1396653"/>
                  <a:chExt cx="1675356" cy="670143"/>
                </a:xfrm>
                <a:grpFill/>
              </p:grpSpPr>
              <p:sp>
                <p:nvSpPr>
                  <p:cNvPr id="986" name="Cube 985">
                    <a:extLst>
                      <a:ext uri="{FF2B5EF4-FFF2-40B4-BE49-F238E27FC236}">
                        <a16:creationId xmlns:a16="http://schemas.microsoft.com/office/drawing/2014/main" id="{09E22718-2463-3145-B5D0-F7C2633FB3FE}"/>
                      </a:ext>
                    </a:extLst>
                  </p:cNvPr>
                  <p:cNvSpPr/>
                  <p:nvPr/>
                </p:nvSpPr>
                <p:spPr>
                  <a:xfrm>
                    <a:off x="3444652" y="1396653"/>
                    <a:ext cx="670143" cy="670143"/>
                  </a:xfrm>
                  <a:prstGeom prst="cube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87" name="Cube 986">
                    <a:extLst>
                      <a:ext uri="{FF2B5EF4-FFF2-40B4-BE49-F238E27FC236}">
                        <a16:creationId xmlns:a16="http://schemas.microsoft.com/office/drawing/2014/main" id="{1CF03055-3823-7B41-BC94-1B41CACD10B4}"/>
                      </a:ext>
                    </a:extLst>
                  </p:cNvPr>
                  <p:cNvSpPr/>
                  <p:nvPr/>
                </p:nvSpPr>
                <p:spPr>
                  <a:xfrm>
                    <a:off x="3947259" y="1396653"/>
                    <a:ext cx="670143" cy="670143"/>
                  </a:xfrm>
                  <a:prstGeom prst="cube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88" name="Cube 987">
                    <a:extLst>
                      <a:ext uri="{FF2B5EF4-FFF2-40B4-BE49-F238E27FC236}">
                        <a16:creationId xmlns:a16="http://schemas.microsoft.com/office/drawing/2014/main" id="{393C5EE3-0861-5047-9A05-B5823AACAF0A}"/>
                      </a:ext>
                    </a:extLst>
                  </p:cNvPr>
                  <p:cNvSpPr/>
                  <p:nvPr/>
                </p:nvSpPr>
                <p:spPr>
                  <a:xfrm>
                    <a:off x="4449865" y="1396653"/>
                    <a:ext cx="670143" cy="670143"/>
                  </a:xfrm>
                  <a:prstGeom prst="cube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  <p:grpSp>
          <p:nvGrpSpPr>
            <p:cNvPr id="1091" name="Group 1090">
              <a:extLst>
                <a:ext uri="{FF2B5EF4-FFF2-40B4-BE49-F238E27FC236}">
                  <a16:creationId xmlns:a16="http://schemas.microsoft.com/office/drawing/2014/main" id="{759B67A3-55ED-E74B-94F4-BEC277A656FD}"/>
                </a:ext>
              </a:extLst>
            </p:cNvPr>
            <p:cNvGrpSpPr/>
            <p:nvPr/>
          </p:nvGrpSpPr>
          <p:grpSpPr>
            <a:xfrm>
              <a:off x="1967885" y="466021"/>
              <a:ext cx="8307880" cy="2007277"/>
              <a:chOff x="1258561" y="1143000"/>
              <a:chExt cx="8307880" cy="2007277"/>
            </a:xfrm>
            <a:grpFill/>
          </p:grpSpPr>
          <p:grpSp>
            <p:nvGrpSpPr>
              <p:cNvPr id="1092" name="Group 1091">
                <a:extLst>
                  <a:ext uri="{FF2B5EF4-FFF2-40B4-BE49-F238E27FC236}">
                    <a16:creationId xmlns:a16="http://schemas.microsoft.com/office/drawing/2014/main" id="{E3778953-5344-9643-8A59-573353756B03}"/>
                  </a:ext>
                </a:extLst>
              </p:cNvPr>
              <p:cNvGrpSpPr/>
              <p:nvPr/>
            </p:nvGrpSpPr>
            <p:grpSpPr>
              <a:xfrm>
                <a:off x="2611677" y="1143000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1197" name="Group 1196">
                  <a:extLst>
                    <a:ext uri="{FF2B5EF4-FFF2-40B4-BE49-F238E27FC236}">
                      <a16:creationId xmlns:a16="http://schemas.microsoft.com/office/drawing/2014/main" id="{6947DE98-0512-C449-998C-ECCA61970728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206" name="Cube 1205">
                    <a:extLst>
                      <a:ext uri="{FF2B5EF4-FFF2-40B4-BE49-F238E27FC236}">
                        <a16:creationId xmlns:a16="http://schemas.microsoft.com/office/drawing/2014/main" id="{AFA779D9-D64F-BE40-92B5-0889A159AEFB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07" name="Cube 1206">
                    <a:extLst>
                      <a:ext uri="{FF2B5EF4-FFF2-40B4-BE49-F238E27FC236}">
                        <a16:creationId xmlns:a16="http://schemas.microsoft.com/office/drawing/2014/main" id="{DCEE3983-2D02-9444-8400-57BB94210128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08" name="Cube 1207">
                    <a:extLst>
                      <a:ext uri="{FF2B5EF4-FFF2-40B4-BE49-F238E27FC236}">
                        <a16:creationId xmlns:a16="http://schemas.microsoft.com/office/drawing/2014/main" id="{1D0CF02C-BE48-8E48-9A68-AFB36AB20D2A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98" name="Group 1197">
                  <a:extLst>
                    <a:ext uri="{FF2B5EF4-FFF2-40B4-BE49-F238E27FC236}">
                      <a16:creationId xmlns:a16="http://schemas.microsoft.com/office/drawing/2014/main" id="{4E1F88F7-EE0A-BD40-8BE7-66FA4677CDE6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203" name="Cube 1202">
                    <a:extLst>
                      <a:ext uri="{FF2B5EF4-FFF2-40B4-BE49-F238E27FC236}">
                        <a16:creationId xmlns:a16="http://schemas.microsoft.com/office/drawing/2014/main" id="{C9FD9973-D6A2-2F41-8861-D76BDED7CE27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04" name="Cube 1203">
                    <a:extLst>
                      <a:ext uri="{FF2B5EF4-FFF2-40B4-BE49-F238E27FC236}">
                        <a16:creationId xmlns:a16="http://schemas.microsoft.com/office/drawing/2014/main" id="{9E564CE4-A964-2D42-B627-EFEDBEF05158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05" name="Cube 1204">
                    <a:extLst>
                      <a:ext uri="{FF2B5EF4-FFF2-40B4-BE49-F238E27FC236}">
                        <a16:creationId xmlns:a16="http://schemas.microsoft.com/office/drawing/2014/main" id="{3DB2CE0E-0EB6-964C-A7A7-29454BBF82AC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99" name="Group 1198">
                  <a:extLst>
                    <a:ext uri="{FF2B5EF4-FFF2-40B4-BE49-F238E27FC236}">
                      <a16:creationId xmlns:a16="http://schemas.microsoft.com/office/drawing/2014/main" id="{CD991600-A475-494C-93FE-9D19C4DC3642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200" name="Cube 1199">
                    <a:extLst>
                      <a:ext uri="{FF2B5EF4-FFF2-40B4-BE49-F238E27FC236}">
                        <a16:creationId xmlns:a16="http://schemas.microsoft.com/office/drawing/2014/main" id="{568D4230-BE39-E640-8DE6-9CF85239AE98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01" name="Cube 1200">
                    <a:extLst>
                      <a:ext uri="{FF2B5EF4-FFF2-40B4-BE49-F238E27FC236}">
                        <a16:creationId xmlns:a16="http://schemas.microsoft.com/office/drawing/2014/main" id="{F31ABA8D-EAC4-3842-9386-1C64405583E0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02" name="Cube 1201">
                    <a:extLst>
                      <a:ext uri="{FF2B5EF4-FFF2-40B4-BE49-F238E27FC236}">
                        <a16:creationId xmlns:a16="http://schemas.microsoft.com/office/drawing/2014/main" id="{7F2CC00A-3E24-2543-BCC2-1B003A5EECD8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093" name="Group 1092">
                <a:extLst>
                  <a:ext uri="{FF2B5EF4-FFF2-40B4-BE49-F238E27FC236}">
                    <a16:creationId xmlns:a16="http://schemas.microsoft.com/office/drawing/2014/main" id="{47ED930E-3882-494A-9FD2-E2CDF1BEC613}"/>
                  </a:ext>
                </a:extLst>
              </p:cNvPr>
              <p:cNvGrpSpPr/>
              <p:nvPr/>
            </p:nvGrpSpPr>
            <p:grpSpPr>
              <a:xfrm>
                <a:off x="2442535" y="1310142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1185" name="Group 1184">
                  <a:extLst>
                    <a:ext uri="{FF2B5EF4-FFF2-40B4-BE49-F238E27FC236}">
                      <a16:creationId xmlns:a16="http://schemas.microsoft.com/office/drawing/2014/main" id="{8E47968D-8E15-FC4B-9B7C-6B27A7CDBD3D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194" name="Cube 1193">
                    <a:extLst>
                      <a:ext uri="{FF2B5EF4-FFF2-40B4-BE49-F238E27FC236}">
                        <a16:creationId xmlns:a16="http://schemas.microsoft.com/office/drawing/2014/main" id="{8984D244-CA7E-BC4F-BA36-7B79DCB8B20F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95" name="Cube 1194">
                    <a:extLst>
                      <a:ext uri="{FF2B5EF4-FFF2-40B4-BE49-F238E27FC236}">
                        <a16:creationId xmlns:a16="http://schemas.microsoft.com/office/drawing/2014/main" id="{E59EB566-D786-EE41-AFAC-DB0629EEDFF6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96" name="Cube 1195">
                    <a:extLst>
                      <a:ext uri="{FF2B5EF4-FFF2-40B4-BE49-F238E27FC236}">
                        <a16:creationId xmlns:a16="http://schemas.microsoft.com/office/drawing/2014/main" id="{0BA4D380-61EB-4E4B-B9D5-3AD6B88F86B0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86" name="Group 1185">
                  <a:extLst>
                    <a:ext uri="{FF2B5EF4-FFF2-40B4-BE49-F238E27FC236}">
                      <a16:creationId xmlns:a16="http://schemas.microsoft.com/office/drawing/2014/main" id="{AA891817-1E04-1A46-AAAD-0279B00BF864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191" name="Cube 1190">
                    <a:extLst>
                      <a:ext uri="{FF2B5EF4-FFF2-40B4-BE49-F238E27FC236}">
                        <a16:creationId xmlns:a16="http://schemas.microsoft.com/office/drawing/2014/main" id="{01FE498F-2457-BF43-848D-F55C4B4F055D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92" name="Cube 1191">
                    <a:extLst>
                      <a:ext uri="{FF2B5EF4-FFF2-40B4-BE49-F238E27FC236}">
                        <a16:creationId xmlns:a16="http://schemas.microsoft.com/office/drawing/2014/main" id="{7FC192C6-B427-B74B-A99B-B23795455E1C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93" name="Cube 1192">
                    <a:extLst>
                      <a:ext uri="{FF2B5EF4-FFF2-40B4-BE49-F238E27FC236}">
                        <a16:creationId xmlns:a16="http://schemas.microsoft.com/office/drawing/2014/main" id="{CE211ED6-F1F4-524C-BFED-F6C0E5A792A5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87" name="Group 1186">
                  <a:extLst>
                    <a:ext uri="{FF2B5EF4-FFF2-40B4-BE49-F238E27FC236}">
                      <a16:creationId xmlns:a16="http://schemas.microsoft.com/office/drawing/2014/main" id="{FFFD9AD0-0C28-CB4D-8602-E7031768EC9C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188" name="Cube 1187">
                    <a:extLst>
                      <a:ext uri="{FF2B5EF4-FFF2-40B4-BE49-F238E27FC236}">
                        <a16:creationId xmlns:a16="http://schemas.microsoft.com/office/drawing/2014/main" id="{68403C15-9D2C-6C41-A5BF-DA7AA22F4BFB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89" name="Cube 1188">
                    <a:extLst>
                      <a:ext uri="{FF2B5EF4-FFF2-40B4-BE49-F238E27FC236}">
                        <a16:creationId xmlns:a16="http://schemas.microsoft.com/office/drawing/2014/main" id="{E8292DA7-8112-C443-BC35-ECA2F7CE29E1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90" name="Cube 1189">
                    <a:extLst>
                      <a:ext uri="{FF2B5EF4-FFF2-40B4-BE49-F238E27FC236}">
                        <a16:creationId xmlns:a16="http://schemas.microsoft.com/office/drawing/2014/main" id="{FD67CE53-1B3C-B048-9121-518274C5EE56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094" name="Group 1093">
                <a:extLst>
                  <a:ext uri="{FF2B5EF4-FFF2-40B4-BE49-F238E27FC236}">
                    <a16:creationId xmlns:a16="http://schemas.microsoft.com/office/drawing/2014/main" id="{D9A8645D-A142-C245-A7D4-41EB17D1C98F}"/>
                  </a:ext>
                </a:extLst>
              </p:cNvPr>
              <p:cNvGrpSpPr/>
              <p:nvPr/>
            </p:nvGrpSpPr>
            <p:grpSpPr>
              <a:xfrm>
                <a:off x="2273396" y="1477284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1173" name="Group 1172">
                  <a:extLst>
                    <a:ext uri="{FF2B5EF4-FFF2-40B4-BE49-F238E27FC236}">
                      <a16:creationId xmlns:a16="http://schemas.microsoft.com/office/drawing/2014/main" id="{A4A12B36-B751-9347-95AE-3F81FEB48A7A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182" name="Cube 1181">
                    <a:extLst>
                      <a:ext uri="{FF2B5EF4-FFF2-40B4-BE49-F238E27FC236}">
                        <a16:creationId xmlns:a16="http://schemas.microsoft.com/office/drawing/2014/main" id="{D7F3F1E5-9849-5348-85E1-2E3973698C95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83" name="Cube 1182">
                    <a:extLst>
                      <a:ext uri="{FF2B5EF4-FFF2-40B4-BE49-F238E27FC236}">
                        <a16:creationId xmlns:a16="http://schemas.microsoft.com/office/drawing/2014/main" id="{E4786036-AB7C-D94F-97AF-112E4766BD25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84" name="Cube 1183">
                    <a:extLst>
                      <a:ext uri="{FF2B5EF4-FFF2-40B4-BE49-F238E27FC236}">
                        <a16:creationId xmlns:a16="http://schemas.microsoft.com/office/drawing/2014/main" id="{98AE7D80-49A2-5348-AA38-37AC1417E6EE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74" name="Group 1173">
                  <a:extLst>
                    <a:ext uri="{FF2B5EF4-FFF2-40B4-BE49-F238E27FC236}">
                      <a16:creationId xmlns:a16="http://schemas.microsoft.com/office/drawing/2014/main" id="{EA136EF8-32D2-DB4B-920A-8670625B47F5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179" name="Cube 1178">
                    <a:extLst>
                      <a:ext uri="{FF2B5EF4-FFF2-40B4-BE49-F238E27FC236}">
                        <a16:creationId xmlns:a16="http://schemas.microsoft.com/office/drawing/2014/main" id="{9F1354B4-E2FF-9847-8F35-09E97DE85691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80" name="Cube 1179">
                    <a:extLst>
                      <a:ext uri="{FF2B5EF4-FFF2-40B4-BE49-F238E27FC236}">
                        <a16:creationId xmlns:a16="http://schemas.microsoft.com/office/drawing/2014/main" id="{6B04A6C8-86DF-0043-BFCA-A94F4B9921C7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81" name="Cube 1180">
                    <a:extLst>
                      <a:ext uri="{FF2B5EF4-FFF2-40B4-BE49-F238E27FC236}">
                        <a16:creationId xmlns:a16="http://schemas.microsoft.com/office/drawing/2014/main" id="{F628197B-BB7A-F34A-BC6F-DBB022881454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75" name="Group 1174">
                  <a:extLst>
                    <a:ext uri="{FF2B5EF4-FFF2-40B4-BE49-F238E27FC236}">
                      <a16:creationId xmlns:a16="http://schemas.microsoft.com/office/drawing/2014/main" id="{18C8FB71-B1E0-914F-9C59-0D0BCA5C6A04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176" name="Cube 1175">
                    <a:extLst>
                      <a:ext uri="{FF2B5EF4-FFF2-40B4-BE49-F238E27FC236}">
                        <a16:creationId xmlns:a16="http://schemas.microsoft.com/office/drawing/2014/main" id="{5A3DDF3B-FB49-FE4F-A6B2-16CD325E9932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77" name="Cube 1176">
                    <a:extLst>
                      <a:ext uri="{FF2B5EF4-FFF2-40B4-BE49-F238E27FC236}">
                        <a16:creationId xmlns:a16="http://schemas.microsoft.com/office/drawing/2014/main" id="{F13340F5-5A48-2D46-86A9-947215358EB7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78" name="Cube 1177">
                    <a:extLst>
                      <a:ext uri="{FF2B5EF4-FFF2-40B4-BE49-F238E27FC236}">
                        <a16:creationId xmlns:a16="http://schemas.microsoft.com/office/drawing/2014/main" id="{50746821-A978-A645-848E-0F1C97B26A6E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095" name="Group 1094">
                <a:extLst>
                  <a:ext uri="{FF2B5EF4-FFF2-40B4-BE49-F238E27FC236}">
                    <a16:creationId xmlns:a16="http://schemas.microsoft.com/office/drawing/2014/main" id="{1E7273F2-2429-D644-B0D8-804FFE5940A5}"/>
                  </a:ext>
                </a:extLst>
              </p:cNvPr>
              <p:cNvGrpSpPr/>
              <p:nvPr/>
            </p:nvGrpSpPr>
            <p:grpSpPr>
              <a:xfrm>
                <a:off x="2104257" y="1644426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1161" name="Group 1160">
                  <a:extLst>
                    <a:ext uri="{FF2B5EF4-FFF2-40B4-BE49-F238E27FC236}">
                      <a16:creationId xmlns:a16="http://schemas.microsoft.com/office/drawing/2014/main" id="{5354090D-8195-2746-AC04-16790DEA1D5C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170" name="Cube 1169">
                    <a:extLst>
                      <a:ext uri="{FF2B5EF4-FFF2-40B4-BE49-F238E27FC236}">
                        <a16:creationId xmlns:a16="http://schemas.microsoft.com/office/drawing/2014/main" id="{A2701A92-D409-6747-A04D-FDE2C84F2F38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71" name="Cube 1170">
                    <a:extLst>
                      <a:ext uri="{FF2B5EF4-FFF2-40B4-BE49-F238E27FC236}">
                        <a16:creationId xmlns:a16="http://schemas.microsoft.com/office/drawing/2014/main" id="{901CAB36-F07D-0448-82E3-54C63C73031A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72" name="Cube 1171">
                    <a:extLst>
                      <a:ext uri="{FF2B5EF4-FFF2-40B4-BE49-F238E27FC236}">
                        <a16:creationId xmlns:a16="http://schemas.microsoft.com/office/drawing/2014/main" id="{5CC2A08E-CBA2-BD4A-815C-933910028FF4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62" name="Group 1161">
                  <a:extLst>
                    <a:ext uri="{FF2B5EF4-FFF2-40B4-BE49-F238E27FC236}">
                      <a16:creationId xmlns:a16="http://schemas.microsoft.com/office/drawing/2014/main" id="{917B3450-7CB2-4B4E-B57F-CF11DAA3578C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167" name="Cube 1166">
                    <a:extLst>
                      <a:ext uri="{FF2B5EF4-FFF2-40B4-BE49-F238E27FC236}">
                        <a16:creationId xmlns:a16="http://schemas.microsoft.com/office/drawing/2014/main" id="{F24212EF-B535-B743-989E-B7521D4CF403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68" name="Cube 1167">
                    <a:extLst>
                      <a:ext uri="{FF2B5EF4-FFF2-40B4-BE49-F238E27FC236}">
                        <a16:creationId xmlns:a16="http://schemas.microsoft.com/office/drawing/2014/main" id="{45DD44AD-6FD3-D147-A95A-89B95A584CC2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69" name="Cube 1168">
                    <a:extLst>
                      <a:ext uri="{FF2B5EF4-FFF2-40B4-BE49-F238E27FC236}">
                        <a16:creationId xmlns:a16="http://schemas.microsoft.com/office/drawing/2014/main" id="{D53C4105-2B8D-044A-A719-CF82ECD4ACA8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63" name="Group 1162">
                  <a:extLst>
                    <a:ext uri="{FF2B5EF4-FFF2-40B4-BE49-F238E27FC236}">
                      <a16:creationId xmlns:a16="http://schemas.microsoft.com/office/drawing/2014/main" id="{6AE04407-60AF-6A4B-A55E-A472A2B5C509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164" name="Cube 1163">
                    <a:extLst>
                      <a:ext uri="{FF2B5EF4-FFF2-40B4-BE49-F238E27FC236}">
                        <a16:creationId xmlns:a16="http://schemas.microsoft.com/office/drawing/2014/main" id="{CEC1A3CC-ED5C-FA41-A724-45E3601FE921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65" name="Cube 1164">
                    <a:extLst>
                      <a:ext uri="{FF2B5EF4-FFF2-40B4-BE49-F238E27FC236}">
                        <a16:creationId xmlns:a16="http://schemas.microsoft.com/office/drawing/2014/main" id="{DC9A358C-F7E8-BB4A-9368-CD780C36CE8D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66" name="Cube 1165">
                    <a:extLst>
                      <a:ext uri="{FF2B5EF4-FFF2-40B4-BE49-F238E27FC236}">
                        <a16:creationId xmlns:a16="http://schemas.microsoft.com/office/drawing/2014/main" id="{907CC0B9-8B46-C049-BB2B-FA9623121216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096" name="Group 1095">
                <a:extLst>
                  <a:ext uri="{FF2B5EF4-FFF2-40B4-BE49-F238E27FC236}">
                    <a16:creationId xmlns:a16="http://schemas.microsoft.com/office/drawing/2014/main" id="{9A15C3AE-55D0-2C4E-8067-BA8FAF81CD20}"/>
                  </a:ext>
                </a:extLst>
              </p:cNvPr>
              <p:cNvGrpSpPr/>
              <p:nvPr/>
            </p:nvGrpSpPr>
            <p:grpSpPr>
              <a:xfrm>
                <a:off x="1935118" y="1811568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1149" name="Group 1148">
                  <a:extLst>
                    <a:ext uri="{FF2B5EF4-FFF2-40B4-BE49-F238E27FC236}">
                      <a16:creationId xmlns:a16="http://schemas.microsoft.com/office/drawing/2014/main" id="{FE28A71B-C6C0-7643-857D-DCD75E8E2746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158" name="Cube 1157">
                    <a:extLst>
                      <a:ext uri="{FF2B5EF4-FFF2-40B4-BE49-F238E27FC236}">
                        <a16:creationId xmlns:a16="http://schemas.microsoft.com/office/drawing/2014/main" id="{2204FE70-9179-C04B-AF50-24478F94236E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59" name="Cube 1158">
                    <a:extLst>
                      <a:ext uri="{FF2B5EF4-FFF2-40B4-BE49-F238E27FC236}">
                        <a16:creationId xmlns:a16="http://schemas.microsoft.com/office/drawing/2014/main" id="{59155381-51E4-354E-99C4-147036614CB4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60" name="Cube 1159">
                    <a:extLst>
                      <a:ext uri="{FF2B5EF4-FFF2-40B4-BE49-F238E27FC236}">
                        <a16:creationId xmlns:a16="http://schemas.microsoft.com/office/drawing/2014/main" id="{8A401F69-A71A-CD42-95CB-6DFF2D52FCE6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50" name="Group 1149">
                  <a:extLst>
                    <a:ext uri="{FF2B5EF4-FFF2-40B4-BE49-F238E27FC236}">
                      <a16:creationId xmlns:a16="http://schemas.microsoft.com/office/drawing/2014/main" id="{8CB476D3-1EFE-D849-A730-FF6758AB11BD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155" name="Cube 1154">
                    <a:extLst>
                      <a:ext uri="{FF2B5EF4-FFF2-40B4-BE49-F238E27FC236}">
                        <a16:creationId xmlns:a16="http://schemas.microsoft.com/office/drawing/2014/main" id="{B7290B43-AF7B-A440-9EBB-33D608772052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56" name="Cube 1155">
                    <a:extLst>
                      <a:ext uri="{FF2B5EF4-FFF2-40B4-BE49-F238E27FC236}">
                        <a16:creationId xmlns:a16="http://schemas.microsoft.com/office/drawing/2014/main" id="{3AA44ED3-9F24-944F-AA27-8C0C7D629E54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57" name="Cube 1156">
                    <a:extLst>
                      <a:ext uri="{FF2B5EF4-FFF2-40B4-BE49-F238E27FC236}">
                        <a16:creationId xmlns:a16="http://schemas.microsoft.com/office/drawing/2014/main" id="{C5AA5E63-4282-E44A-A58D-007E110F1233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51" name="Group 1150">
                  <a:extLst>
                    <a:ext uri="{FF2B5EF4-FFF2-40B4-BE49-F238E27FC236}">
                      <a16:creationId xmlns:a16="http://schemas.microsoft.com/office/drawing/2014/main" id="{C139BF42-DB16-BE4C-A6EA-B485FD106219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152" name="Cube 1151">
                    <a:extLst>
                      <a:ext uri="{FF2B5EF4-FFF2-40B4-BE49-F238E27FC236}">
                        <a16:creationId xmlns:a16="http://schemas.microsoft.com/office/drawing/2014/main" id="{70E1C556-1645-6A42-BAFC-35CA4A51139C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53" name="Cube 1152">
                    <a:extLst>
                      <a:ext uri="{FF2B5EF4-FFF2-40B4-BE49-F238E27FC236}">
                        <a16:creationId xmlns:a16="http://schemas.microsoft.com/office/drawing/2014/main" id="{33DC458F-F3A3-7A43-8B57-C3E898FEDFE7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54" name="Cube 1153">
                    <a:extLst>
                      <a:ext uri="{FF2B5EF4-FFF2-40B4-BE49-F238E27FC236}">
                        <a16:creationId xmlns:a16="http://schemas.microsoft.com/office/drawing/2014/main" id="{152347A3-40A2-A54C-B420-F016AC95F38A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097" name="Group 1096">
                <a:extLst>
                  <a:ext uri="{FF2B5EF4-FFF2-40B4-BE49-F238E27FC236}">
                    <a16:creationId xmlns:a16="http://schemas.microsoft.com/office/drawing/2014/main" id="{2AD832FC-CD14-D04F-89CA-1F619920BAB7}"/>
                  </a:ext>
                </a:extLst>
              </p:cNvPr>
              <p:cNvGrpSpPr/>
              <p:nvPr/>
            </p:nvGrpSpPr>
            <p:grpSpPr>
              <a:xfrm>
                <a:off x="1765979" y="1978710"/>
                <a:ext cx="4694129" cy="670143"/>
                <a:chOff x="789140" y="1731724"/>
                <a:chExt cx="4694129" cy="670143"/>
              </a:xfrm>
              <a:grpFill/>
            </p:grpSpPr>
            <p:grpSp>
              <p:nvGrpSpPr>
                <p:cNvPr id="1137" name="Group 1136">
                  <a:extLst>
                    <a:ext uri="{FF2B5EF4-FFF2-40B4-BE49-F238E27FC236}">
                      <a16:creationId xmlns:a16="http://schemas.microsoft.com/office/drawing/2014/main" id="{94346CC7-8FA4-CE45-A750-6AE565191D68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146" name="Cube 1145">
                    <a:extLst>
                      <a:ext uri="{FF2B5EF4-FFF2-40B4-BE49-F238E27FC236}">
                        <a16:creationId xmlns:a16="http://schemas.microsoft.com/office/drawing/2014/main" id="{9C302978-8E78-FC45-9F92-7AA9B5687A55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47" name="Cube 1146">
                    <a:extLst>
                      <a:ext uri="{FF2B5EF4-FFF2-40B4-BE49-F238E27FC236}">
                        <a16:creationId xmlns:a16="http://schemas.microsoft.com/office/drawing/2014/main" id="{CDF5107D-0A2F-FE4C-A060-00783C777835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48" name="Cube 1147">
                    <a:extLst>
                      <a:ext uri="{FF2B5EF4-FFF2-40B4-BE49-F238E27FC236}">
                        <a16:creationId xmlns:a16="http://schemas.microsoft.com/office/drawing/2014/main" id="{5608F49F-576E-724B-90AE-471A44D26D47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38" name="Group 1137">
                  <a:extLst>
                    <a:ext uri="{FF2B5EF4-FFF2-40B4-BE49-F238E27FC236}">
                      <a16:creationId xmlns:a16="http://schemas.microsoft.com/office/drawing/2014/main" id="{36698DE6-74D2-DB4E-AAAA-2DB6EBD35852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143" name="Cube 1142">
                    <a:extLst>
                      <a:ext uri="{FF2B5EF4-FFF2-40B4-BE49-F238E27FC236}">
                        <a16:creationId xmlns:a16="http://schemas.microsoft.com/office/drawing/2014/main" id="{B4042DFB-5C12-EC41-B783-7BD57816E9D3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44" name="Cube 1143">
                    <a:extLst>
                      <a:ext uri="{FF2B5EF4-FFF2-40B4-BE49-F238E27FC236}">
                        <a16:creationId xmlns:a16="http://schemas.microsoft.com/office/drawing/2014/main" id="{F12736B0-D3E2-D04D-B8B6-4E4C47024352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45" name="Cube 1144">
                    <a:extLst>
                      <a:ext uri="{FF2B5EF4-FFF2-40B4-BE49-F238E27FC236}">
                        <a16:creationId xmlns:a16="http://schemas.microsoft.com/office/drawing/2014/main" id="{EBC501B9-EAE0-3F4B-9DA2-C7728CA33A13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39" name="Group 1138">
                  <a:extLst>
                    <a:ext uri="{FF2B5EF4-FFF2-40B4-BE49-F238E27FC236}">
                      <a16:creationId xmlns:a16="http://schemas.microsoft.com/office/drawing/2014/main" id="{909300A6-208E-DE42-AF9B-C3741AD61113}"/>
                    </a:ext>
                  </a:extLst>
                </p:cNvPr>
                <p:cNvGrpSpPr/>
                <p:nvPr/>
              </p:nvGrpSpPr>
              <p:grpSpPr>
                <a:xfrm>
                  <a:off x="3807913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140" name="Cube 1139">
                    <a:extLst>
                      <a:ext uri="{FF2B5EF4-FFF2-40B4-BE49-F238E27FC236}">
                        <a16:creationId xmlns:a16="http://schemas.microsoft.com/office/drawing/2014/main" id="{68058311-E598-154F-868D-D9448150910A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41" name="Cube 1140">
                    <a:extLst>
                      <a:ext uri="{FF2B5EF4-FFF2-40B4-BE49-F238E27FC236}">
                        <a16:creationId xmlns:a16="http://schemas.microsoft.com/office/drawing/2014/main" id="{1BE3974E-25C9-6D43-B304-AAB17735AD3C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42" name="Cube 1141">
                    <a:extLst>
                      <a:ext uri="{FF2B5EF4-FFF2-40B4-BE49-F238E27FC236}">
                        <a16:creationId xmlns:a16="http://schemas.microsoft.com/office/drawing/2014/main" id="{A0B70219-A52C-B246-AC98-571B5948E9B1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098" name="Group 1097">
                <a:extLst>
                  <a:ext uri="{FF2B5EF4-FFF2-40B4-BE49-F238E27FC236}">
                    <a16:creationId xmlns:a16="http://schemas.microsoft.com/office/drawing/2014/main" id="{342E5581-5402-5E4B-AB0C-3EC341AFB342}"/>
                  </a:ext>
                </a:extLst>
              </p:cNvPr>
              <p:cNvGrpSpPr/>
              <p:nvPr/>
            </p:nvGrpSpPr>
            <p:grpSpPr>
              <a:xfrm>
                <a:off x="1596840" y="2145852"/>
                <a:ext cx="7017702" cy="670143"/>
                <a:chOff x="789140" y="1731724"/>
                <a:chExt cx="7017702" cy="670143"/>
              </a:xfrm>
              <a:grpFill/>
            </p:grpSpPr>
            <p:grpSp>
              <p:nvGrpSpPr>
                <p:cNvPr id="1125" name="Group 1124">
                  <a:extLst>
                    <a:ext uri="{FF2B5EF4-FFF2-40B4-BE49-F238E27FC236}">
                      <a16:creationId xmlns:a16="http://schemas.microsoft.com/office/drawing/2014/main" id="{BAE96459-B52D-1340-A61F-2552D97BFF27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134" name="Cube 1133">
                    <a:extLst>
                      <a:ext uri="{FF2B5EF4-FFF2-40B4-BE49-F238E27FC236}">
                        <a16:creationId xmlns:a16="http://schemas.microsoft.com/office/drawing/2014/main" id="{EAC7BB3E-6D70-2E4E-AE4B-A53A0FE9D917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35" name="Cube 1134">
                    <a:extLst>
                      <a:ext uri="{FF2B5EF4-FFF2-40B4-BE49-F238E27FC236}">
                        <a16:creationId xmlns:a16="http://schemas.microsoft.com/office/drawing/2014/main" id="{16605882-D528-7148-B935-79116980F89E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36" name="Cube 1135">
                    <a:extLst>
                      <a:ext uri="{FF2B5EF4-FFF2-40B4-BE49-F238E27FC236}">
                        <a16:creationId xmlns:a16="http://schemas.microsoft.com/office/drawing/2014/main" id="{4E1D210B-E4C3-564F-ACAC-906BAB18C089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26" name="Group 1125">
                  <a:extLst>
                    <a:ext uri="{FF2B5EF4-FFF2-40B4-BE49-F238E27FC236}">
                      <a16:creationId xmlns:a16="http://schemas.microsoft.com/office/drawing/2014/main" id="{0F6A4830-BB39-5648-9BA3-18FC63673442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131" name="Cube 1130">
                    <a:extLst>
                      <a:ext uri="{FF2B5EF4-FFF2-40B4-BE49-F238E27FC236}">
                        <a16:creationId xmlns:a16="http://schemas.microsoft.com/office/drawing/2014/main" id="{C54DA176-0DAC-8947-B6AA-EA798D47234B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32" name="Cube 1131">
                    <a:extLst>
                      <a:ext uri="{FF2B5EF4-FFF2-40B4-BE49-F238E27FC236}">
                        <a16:creationId xmlns:a16="http://schemas.microsoft.com/office/drawing/2014/main" id="{13D35BAF-3F2C-2343-82C9-765FF371E008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33" name="Cube 1132">
                    <a:extLst>
                      <a:ext uri="{FF2B5EF4-FFF2-40B4-BE49-F238E27FC236}">
                        <a16:creationId xmlns:a16="http://schemas.microsoft.com/office/drawing/2014/main" id="{9F347665-235C-6B4E-AFCC-9C8F86427D94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27" name="Group 1126">
                  <a:extLst>
                    <a:ext uri="{FF2B5EF4-FFF2-40B4-BE49-F238E27FC236}">
                      <a16:creationId xmlns:a16="http://schemas.microsoft.com/office/drawing/2014/main" id="{455B7ED1-EE62-CA49-9360-42C9A006ECD2}"/>
                    </a:ext>
                  </a:extLst>
                </p:cNvPr>
                <p:cNvGrpSpPr/>
                <p:nvPr/>
              </p:nvGrpSpPr>
              <p:grpSpPr>
                <a:xfrm>
                  <a:off x="6131486" y="1731724"/>
                  <a:ext cx="1675356" cy="670143"/>
                  <a:chOff x="3444652" y="1396653"/>
                  <a:chExt cx="1675356" cy="670143"/>
                </a:xfrm>
                <a:grpFill/>
              </p:grpSpPr>
              <p:sp>
                <p:nvSpPr>
                  <p:cNvPr id="1128" name="Cube 1127">
                    <a:extLst>
                      <a:ext uri="{FF2B5EF4-FFF2-40B4-BE49-F238E27FC236}">
                        <a16:creationId xmlns:a16="http://schemas.microsoft.com/office/drawing/2014/main" id="{C296C47A-0BE6-0546-BCAF-ED1FCECD50F7}"/>
                      </a:ext>
                    </a:extLst>
                  </p:cNvPr>
                  <p:cNvSpPr/>
                  <p:nvPr/>
                </p:nvSpPr>
                <p:spPr>
                  <a:xfrm>
                    <a:off x="3444652" y="1396653"/>
                    <a:ext cx="670143" cy="670143"/>
                  </a:xfrm>
                  <a:prstGeom prst="cube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29" name="Cube 1128">
                    <a:extLst>
                      <a:ext uri="{FF2B5EF4-FFF2-40B4-BE49-F238E27FC236}">
                        <a16:creationId xmlns:a16="http://schemas.microsoft.com/office/drawing/2014/main" id="{C9C3565B-9553-E745-A3F1-C6F3FE87930F}"/>
                      </a:ext>
                    </a:extLst>
                  </p:cNvPr>
                  <p:cNvSpPr/>
                  <p:nvPr/>
                </p:nvSpPr>
                <p:spPr>
                  <a:xfrm>
                    <a:off x="3947259" y="1396653"/>
                    <a:ext cx="670143" cy="670143"/>
                  </a:xfrm>
                  <a:prstGeom prst="cube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30" name="Cube 1129">
                    <a:extLst>
                      <a:ext uri="{FF2B5EF4-FFF2-40B4-BE49-F238E27FC236}">
                        <a16:creationId xmlns:a16="http://schemas.microsoft.com/office/drawing/2014/main" id="{866CADCB-D3E6-DB47-B39D-B9EB9A1C75B4}"/>
                      </a:ext>
                    </a:extLst>
                  </p:cNvPr>
                  <p:cNvSpPr/>
                  <p:nvPr/>
                </p:nvSpPr>
                <p:spPr>
                  <a:xfrm>
                    <a:off x="4449865" y="1396653"/>
                    <a:ext cx="670143" cy="670143"/>
                  </a:xfrm>
                  <a:prstGeom prst="cube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099" name="Group 1098">
                <a:extLst>
                  <a:ext uri="{FF2B5EF4-FFF2-40B4-BE49-F238E27FC236}">
                    <a16:creationId xmlns:a16="http://schemas.microsoft.com/office/drawing/2014/main" id="{955E269E-77CB-8B4F-839C-184410C75A3F}"/>
                  </a:ext>
                </a:extLst>
              </p:cNvPr>
              <p:cNvGrpSpPr/>
              <p:nvPr/>
            </p:nvGrpSpPr>
            <p:grpSpPr>
              <a:xfrm>
                <a:off x="1427700" y="2312994"/>
                <a:ext cx="7017702" cy="670143"/>
                <a:chOff x="789140" y="1731724"/>
                <a:chExt cx="7017702" cy="670143"/>
              </a:xfrm>
              <a:grpFill/>
            </p:grpSpPr>
            <p:grpSp>
              <p:nvGrpSpPr>
                <p:cNvPr id="1113" name="Group 1112">
                  <a:extLst>
                    <a:ext uri="{FF2B5EF4-FFF2-40B4-BE49-F238E27FC236}">
                      <a16:creationId xmlns:a16="http://schemas.microsoft.com/office/drawing/2014/main" id="{AFFCC962-6868-0F40-8E04-4EAE772BAC63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122" name="Cube 1121">
                    <a:extLst>
                      <a:ext uri="{FF2B5EF4-FFF2-40B4-BE49-F238E27FC236}">
                        <a16:creationId xmlns:a16="http://schemas.microsoft.com/office/drawing/2014/main" id="{E1EA34E7-5207-3143-BC8E-096AE2266E12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23" name="Cube 1122">
                    <a:extLst>
                      <a:ext uri="{FF2B5EF4-FFF2-40B4-BE49-F238E27FC236}">
                        <a16:creationId xmlns:a16="http://schemas.microsoft.com/office/drawing/2014/main" id="{8FCB342E-2D9D-AF41-A789-F3B0F5315653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24" name="Cube 1123">
                    <a:extLst>
                      <a:ext uri="{FF2B5EF4-FFF2-40B4-BE49-F238E27FC236}">
                        <a16:creationId xmlns:a16="http://schemas.microsoft.com/office/drawing/2014/main" id="{EEE11603-0928-E944-8CF2-DB837CF32AC8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14" name="Group 1113">
                  <a:extLst>
                    <a:ext uri="{FF2B5EF4-FFF2-40B4-BE49-F238E27FC236}">
                      <a16:creationId xmlns:a16="http://schemas.microsoft.com/office/drawing/2014/main" id="{36303E8C-E3F1-3145-A170-B055A6A59D46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119" name="Cube 1118">
                    <a:extLst>
                      <a:ext uri="{FF2B5EF4-FFF2-40B4-BE49-F238E27FC236}">
                        <a16:creationId xmlns:a16="http://schemas.microsoft.com/office/drawing/2014/main" id="{131A6C11-E3D8-E245-8E3B-EE29691E07EB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20" name="Cube 1119">
                    <a:extLst>
                      <a:ext uri="{FF2B5EF4-FFF2-40B4-BE49-F238E27FC236}">
                        <a16:creationId xmlns:a16="http://schemas.microsoft.com/office/drawing/2014/main" id="{AE348617-E960-8E4E-83BF-F3EA6D1798FA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21" name="Cube 1120">
                    <a:extLst>
                      <a:ext uri="{FF2B5EF4-FFF2-40B4-BE49-F238E27FC236}">
                        <a16:creationId xmlns:a16="http://schemas.microsoft.com/office/drawing/2014/main" id="{8A215E07-F437-0147-8506-6A805AA83934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15" name="Group 1114">
                  <a:extLst>
                    <a:ext uri="{FF2B5EF4-FFF2-40B4-BE49-F238E27FC236}">
                      <a16:creationId xmlns:a16="http://schemas.microsoft.com/office/drawing/2014/main" id="{3175A6E5-BE89-334A-8D0E-D197B0EE189C}"/>
                    </a:ext>
                  </a:extLst>
                </p:cNvPr>
                <p:cNvGrpSpPr/>
                <p:nvPr/>
              </p:nvGrpSpPr>
              <p:grpSpPr>
                <a:xfrm>
                  <a:off x="6131486" y="1731724"/>
                  <a:ext cx="1675356" cy="670143"/>
                  <a:chOff x="3444652" y="1396653"/>
                  <a:chExt cx="1675356" cy="670143"/>
                </a:xfrm>
                <a:grpFill/>
              </p:grpSpPr>
              <p:sp>
                <p:nvSpPr>
                  <p:cNvPr id="1116" name="Cube 1115">
                    <a:extLst>
                      <a:ext uri="{FF2B5EF4-FFF2-40B4-BE49-F238E27FC236}">
                        <a16:creationId xmlns:a16="http://schemas.microsoft.com/office/drawing/2014/main" id="{BF891694-6DBD-CE40-B29A-4ED87B315BCA}"/>
                      </a:ext>
                    </a:extLst>
                  </p:cNvPr>
                  <p:cNvSpPr/>
                  <p:nvPr/>
                </p:nvSpPr>
                <p:spPr>
                  <a:xfrm>
                    <a:off x="3444652" y="1396653"/>
                    <a:ext cx="670143" cy="670143"/>
                  </a:xfrm>
                  <a:prstGeom prst="cube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17" name="Cube 1116">
                    <a:extLst>
                      <a:ext uri="{FF2B5EF4-FFF2-40B4-BE49-F238E27FC236}">
                        <a16:creationId xmlns:a16="http://schemas.microsoft.com/office/drawing/2014/main" id="{9967286E-0040-3943-BEA3-4A85A27CC4B7}"/>
                      </a:ext>
                    </a:extLst>
                  </p:cNvPr>
                  <p:cNvSpPr/>
                  <p:nvPr/>
                </p:nvSpPr>
                <p:spPr>
                  <a:xfrm>
                    <a:off x="3947259" y="1396653"/>
                    <a:ext cx="670143" cy="670143"/>
                  </a:xfrm>
                  <a:prstGeom prst="cube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18" name="Cube 1117">
                    <a:extLst>
                      <a:ext uri="{FF2B5EF4-FFF2-40B4-BE49-F238E27FC236}">
                        <a16:creationId xmlns:a16="http://schemas.microsoft.com/office/drawing/2014/main" id="{C127A0D4-4277-E54C-A249-28605E14648E}"/>
                      </a:ext>
                    </a:extLst>
                  </p:cNvPr>
                  <p:cNvSpPr/>
                  <p:nvPr/>
                </p:nvSpPr>
                <p:spPr>
                  <a:xfrm>
                    <a:off x="4449865" y="1396653"/>
                    <a:ext cx="670143" cy="670143"/>
                  </a:xfrm>
                  <a:prstGeom prst="cube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100" name="Group 1099">
                <a:extLst>
                  <a:ext uri="{FF2B5EF4-FFF2-40B4-BE49-F238E27FC236}">
                    <a16:creationId xmlns:a16="http://schemas.microsoft.com/office/drawing/2014/main" id="{D987844F-BB63-DA41-9B8A-B3F84AABDA44}"/>
                  </a:ext>
                </a:extLst>
              </p:cNvPr>
              <p:cNvGrpSpPr/>
              <p:nvPr/>
            </p:nvGrpSpPr>
            <p:grpSpPr>
              <a:xfrm>
                <a:off x="1258561" y="2480134"/>
                <a:ext cx="8307880" cy="670143"/>
                <a:chOff x="789140" y="1731724"/>
                <a:chExt cx="8307880" cy="670143"/>
              </a:xfrm>
              <a:grpFill/>
            </p:grpSpPr>
            <p:grpSp>
              <p:nvGrpSpPr>
                <p:cNvPr id="1101" name="Group 1100">
                  <a:extLst>
                    <a:ext uri="{FF2B5EF4-FFF2-40B4-BE49-F238E27FC236}">
                      <a16:creationId xmlns:a16="http://schemas.microsoft.com/office/drawing/2014/main" id="{6DB1F217-9A0D-E249-A7F0-A34FCD5CCAD4}"/>
                    </a:ext>
                  </a:extLst>
                </p:cNvPr>
                <p:cNvGrpSpPr/>
                <p:nvPr/>
              </p:nvGrpSpPr>
              <p:grpSpPr>
                <a:xfrm>
                  <a:off x="789140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110" name="Cube 1109">
                    <a:extLst>
                      <a:ext uri="{FF2B5EF4-FFF2-40B4-BE49-F238E27FC236}">
                        <a16:creationId xmlns:a16="http://schemas.microsoft.com/office/drawing/2014/main" id="{E514788E-E081-A342-A981-4E8593E03B5A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11" name="Cube 1110">
                    <a:extLst>
                      <a:ext uri="{FF2B5EF4-FFF2-40B4-BE49-F238E27FC236}">
                        <a16:creationId xmlns:a16="http://schemas.microsoft.com/office/drawing/2014/main" id="{493C8040-B8C1-2E42-A0D6-99B48F5FB8F5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12" name="Cube 1111">
                    <a:extLst>
                      <a:ext uri="{FF2B5EF4-FFF2-40B4-BE49-F238E27FC236}">
                        <a16:creationId xmlns:a16="http://schemas.microsoft.com/office/drawing/2014/main" id="{ABEF03BE-16D9-E54A-B1FB-865DFD043F2C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02" name="Group 1101">
                  <a:extLst>
                    <a:ext uri="{FF2B5EF4-FFF2-40B4-BE49-F238E27FC236}">
                      <a16:creationId xmlns:a16="http://schemas.microsoft.com/office/drawing/2014/main" id="{4BC48AC6-16F7-204C-873A-283E2AF59C90}"/>
                    </a:ext>
                  </a:extLst>
                </p:cNvPr>
                <p:cNvGrpSpPr/>
                <p:nvPr/>
              </p:nvGrpSpPr>
              <p:grpSpPr>
                <a:xfrm>
                  <a:off x="2298527" y="1731724"/>
                  <a:ext cx="1675356" cy="670143"/>
                  <a:chOff x="1121079" y="1396653"/>
                  <a:chExt cx="1675356" cy="670143"/>
                </a:xfrm>
                <a:grpFill/>
              </p:grpSpPr>
              <p:sp>
                <p:nvSpPr>
                  <p:cNvPr id="1107" name="Cube 1106">
                    <a:extLst>
                      <a:ext uri="{FF2B5EF4-FFF2-40B4-BE49-F238E27FC236}">
                        <a16:creationId xmlns:a16="http://schemas.microsoft.com/office/drawing/2014/main" id="{C685F831-5E80-F349-8077-D58FEED5763D}"/>
                      </a:ext>
                    </a:extLst>
                  </p:cNvPr>
                  <p:cNvSpPr/>
                  <p:nvPr/>
                </p:nvSpPr>
                <p:spPr>
                  <a:xfrm>
                    <a:off x="1121079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08" name="Cube 1107">
                    <a:extLst>
                      <a:ext uri="{FF2B5EF4-FFF2-40B4-BE49-F238E27FC236}">
                        <a16:creationId xmlns:a16="http://schemas.microsoft.com/office/drawing/2014/main" id="{0E1BD697-AB94-FE41-BF12-8AFCC6499C85}"/>
                      </a:ext>
                    </a:extLst>
                  </p:cNvPr>
                  <p:cNvSpPr/>
                  <p:nvPr/>
                </p:nvSpPr>
                <p:spPr>
                  <a:xfrm>
                    <a:off x="1623686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09" name="Cube 1108">
                    <a:extLst>
                      <a:ext uri="{FF2B5EF4-FFF2-40B4-BE49-F238E27FC236}">
                        <a16:creationId xmlns:a16="http://schemas.microsoft.com/office/drawing/2014/main" id="{A9F640C3-B1A8-8146-9BDD-0FECD5E0A3B5}"/>
                      </a:ext>
                    </a:extLst>
                  </p:cNvPr>
                  <p:cNvSpPr/>
                  <p:nvPr/>
                </p:nvSpPr>
                <p:spPr>
                  <a:xfrm>
                    <a:off x="2126292" y="1396653"/>
                    <a:ext cx="670143" cy="670143"/>
                  </a:xfrm>
                  <a:prstGeom prst="cube">
                    <a:avLst/>
                  </a:prstGeom>
                  <a:grpFill/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03" name="Group 1102">
                  <a:extLst>
                    <a:ext uri="{FF2B5EF4-FFF2-40B4-BE49-F238E27FC236}">
                      <a16:creationId xmlns:a16="http://schemas.microsoft.com/office/drawing/2014/main" id="{4FEBA76A-BB7E-E944-BB93-6075F5BEE9A3}"/>
                    </a:ext>
                  </a:extLst>
                </p:cNvPr>
                <p:cNvGrpSpPr/>
                <p:nvPr/>
              </p:nvGrpSpPr>
              <p:grpSpPr>
                <a:xfrm>
                  <a:off x="6131486" y="1731724"/>
                  <a:ext cx="2965534" cy="670143"/>
                  <a:chOff x="3444652" y="1396653"/>
                  <a:chExt cx="2965534" cy="670143"/>
                </a:xfrm>
                <a:grpFill/>
              </p:grpSpPr>
              <p:sp>
                <p:nvSpPr>
                  <p:cNvPr id="1104" name="Cube 1103">
                    <a:extLst>
                      <a:ext uri="{FF2B5EF4-FFF2-40B4-BE49-F238E27FC236}">
                        <a16:creationId xmlns:a16="http://schemas.microsoft.com/office/drawing/2014/main" id="{12927D3D-2FF2-4D40-B951-F1DC928A3458}"/>
                      </a:ext>
                    </a:extLst>
                  </p:cNvPr>
                  <p:cNvSpPr/>
                  <p:nvPr/>
                </p:nvSpPr>
                <p:spPr>
                  <a:xfrm>
                    <a:off x="3444652" y="1396653"/>
                    <a:ext cx="670143" cy="670143"/>
                  </a:xfrm>
                  <a:prstGeom prst="cube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05" name="Cube 1104">
                    <a:extLst>
                      <a:ext uri="{FF2B5EF4-FFF2-40B4-BE49-F238E27FC236}">
                        <a16:creationId xmlns:a16="http://schemas.microsoft.com/office/drawing/2014/main" id="{39552F93-984D-0D43-AE56-6DDC43D965D8}"/>
                      </a:ext>
                    </a:extLst>
                  </p:cNvPr>
                  <p:cNvSpPr/>
                  <p:nvPr/>
                </p:nvSpPr>
                <p:spPr>
                  <a:xfrm>
                    <a:off x="3947259" y="1396653"/>
                    <a:ext cx="670143" cy="670143"/>
                  </a:xfrm>
                  <a:prstGeom prst="cube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106" name="Cube 1105">
                    <a:extLst>
                      <a:ext uri="{FF2B5EF4-FFF2-40B4-BE49-F238E27FC236}">
                        <a16:creationId xmlns:a16="http://schemas.microsoft.com/office/drawing/2014/main" id="{3BFCA96A-B820-9240-8E0C-21EFB1A4853D}"/>
                      </a:ext>
                    </a:extLst>
                  </p:cNvPr>
                  <p:cNvSpPr/>
                  <p:nvPr/>
                </p:nvSpPr>
                <p:spPr>
                  <a:xfrm>
                    <a:off x="5740043" y="1396653"/>
                    <a:ext cx="670143" cy="670143"/>
                  </a:xfrm>
                  <a:prstGeom prst="cube">
                    <a:avLst/>
                  </a:prstGeom>
                  <a:solidFill>
                    <a:srgbClr val="FF0000"/>
                  </a:solidFill>
                  <a:ln>
                    <a:solidFill>
                      <a:schemeClr val="bg1">
                        <a:alpha val="32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  <p:sp>
        <p:nvSpPr>
          <p:cNvPr id="1210" name="TextBox 1209">
            <a:extLst>
              <a:ext uri="{FF2B5EF4-FFF2-40B4-BE49-F238E27FC236}">
                <a16:creationId xmlns:a16="http://schemas.microsoft.com/office/drawing/2014/main" id="{D9C5E259-5AEB-9B48-8B9D-CC084CBBD27B}"/>
              </a:ext>
            </a:extLst>
          </p:cNvPr>
          <p:cNvSpPr txBox="1"/>
          <p:nvPr/>
        </p:nvSpPr>
        <p:spPr>
          <a:xfrm>
            <a:off x="7972817" y="1139869"/>
            <a:ext cx="1398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Block</a:t>
            </a:r>
          </a:p>
        </p:txBody>
      </p:sp>
      <p:sp>
        <p:nvSpPr>
          <p:cNvPr id="1211" name="TextBox 1210">
            <a:extLst>
              <a:ext uri="{FF2B5EF4-FFF2-40B4-BE49-F238E27FC236}">
                <a16:creationId xmlns:a16="http://schemas.microsoft.com/office/drawing/2014/main" id="{89C66EE8-394D-A741-936F-703FD1FAB0E6}"/>
              </a:ext>
            </a:extLst>
          </p:cNvPr>
          <p:cNvSpPr txBox="1"/>
          <p:nvPr/>
        </p:nvSpPr>
        <p:spPr>
          <a:xfrm>
            <a:off x="9544833" y="1324535"/>
            <a:ext cx="843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</a:t>
            </a:r>
          </a:p>
        </p:txBody>
      </p:sp>
      <p:sp>
        <p:nvSpPr>
          <p:cNvPr id="1212" name="TextBox 1211">
            <a:extLst>
              <a:ext uri="{FF2B5EF4-FFF2-40B4-BE49-F238E27FC236}">
                <a16:creationId xmlns:a16="http://schemas.microsoft.com/office/drawing/2014/main" id="{EBFF566D-95AF-F749-9D29-28B5D2A84AA0}"/>
              </a:ext>
            </a:extLst>
          </p:cNvPr>
          <p:cNvSpPr txBox="1"/>
          <p:nvPr/>
        </p:nvSpPr>
        <p:spPr>
          <a:xfrm>
            <a:off x="5204565" y="68893"/>
            <a:ext cx="1140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Grid Block</a:t>
            </a:r>
          </a:p>
        </p:txBody>
      </p:sp>
      <p:cxnSp>
        <p:nvCxnSpPr>
          <p:cNvPr id="1214" name="Straight Arrow Connector 1213">
            <a:extLst>
              <a:ext uri="{FF2B5EF4-FFF2-40B4-BE49-F238E27FC236}">
                <a16:creationId xmlns:a16="http://schemas.microsoft.com/office/drawing/2014/main" id="{F97A477B-2ADF-C444-8305-B5FD04C29306}"/>
              </a:ext>
            </a:extLst>
          </p:cNvPr>
          <p:cNvCxnSpPr/>
          <p:nvPr/>
        </p:nvCxnSpPr>
        <p:spPr>
          <a:xfrm flipV="1">
            <a:off x="1853852" y="438225"/>
            <a:ext cx="1528361" cy="152836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15" name="Straight Arrow Connector 1214">
            <a:extLst>
              <a:ext uri="{FF2B5EF4-FFF2-40B4-BE49-F238E27FC236}">
                <a16:creationId xmlns:a16="http://schemas.microsoft.com/office/drawing/2014/main" id="{569B6595-9869-734F-B09E-9BB0D013A3A4}"/>
              </a:ext>
            </a:extLst>
          </p:cNvPr>
          <p:cNvCxnSpPr>
            <a:cxnSpLocks/>
          </p:cNvCxnSpPr>
          <p:nvPr/>
        </p:nvCxnSpPr>
        <p:spPr>
          <a:xfrm>
            <a:off x="1853852" y="1966587"/>
            <a:ext cx="0" cy="45845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18" name="Straight Arrow Connector 1217">
            <a:extLst>
              <a:ext uri="{FF2B5EF4-FFF2-40B4-BE49-F238E27FC236}">
                <a16:creationId xmlns:a16="http://schemas.microsoft.com/office/drawing/2014/main" id="{3A7D7E70-25E5-1B42-B8DA-2928C78DC94C}"/>
              </a:ext>
            </a:extLst>
          </p:cNvPr>
          <p:cNvCxnSpPr>
            <a:cxnSpLocks/>
          </p:cNvCxnSpPr>
          <p:nvPr/>
        </p:nvCxnSpPr>
        <p:spPr>
          <a:xfrm>
            <a:off x="1853853" y="1966586"/>
            <a:ext cx="521708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221" name="TextBox 1220">
            <a:extLst>
              <a:ext uri="{FF2B5EF4-FFF2-40B4-BE49-F238E27FC236}">
                <a16:creationId xmlns:a16="http://schemas.microsoft.com/office/drawing/2014/main" id="{90B42086-E68C-4B47-BA1F-D94B69CA3C09}"/>
              </a:ext>
            </a:extLst>
          </p:cNvPr>
          <p:cNvSpPr txBox="1"/>
          <p:nvPr/>
        </p:nvSpPr>
        <p:spPr>
          <a:xfrm rot="18873300">
            <a:off x="2023780" y="1040287"/>
            <a:ext cx="749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Grid z </a:t>
            </a:r>
          </a:p>
        </p:txBody>
      </p:sp>
      <p:sp>
        <p:nvSpPr>
          <p:cNvPr id="1222" name="TextBox 1221">
            <a:extLst>
              <a:ext uri="{FF2B5EF4-FFF2-40B4-BE49-F238E27FC236}">
                <a16:creationId xmlns:a16="http://schemas.microsoft.com/office/drawing/2014/main" id="{73C319B4-C64A-4545-9EE5-F10B67A458DC}"/>
              </a:ext>
            </a:extLst>
          </p:cNvPr>
          <p:cNvSpPr txBox="1"/>
          <p:nvPr/>
        </p:nvSpPr>
        <p:spPr>
          <a:xfrm rot="16200000">
            <a:off x="1294316" y="3699314"/>
            <a:ext cx="749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Grid y </a:t>
            </a:r>
          </a:p>
        </p:txBody>
      </p:sp>
      <p:sp>
        <p:nvSpPr>
          <p:cNvPr id="1223" name="TextBox 1222">
            <a:extLst>
              <a:ext uri="{FF2B5EF4-FFF2-40B4-BE49-F238E27FC236}">
                <a16:creationId xmlns:a16="http://schemas.microsoft.com/office/drawing/2014/main" id="{DD16B6B6-82D1-674B-8741-7AE56A724184}"/>
              </a:ext>
            </a:extLst>
          </p:cNvPr>
          <p:cNvSpPr txBox="1"/>
          <p:nvPr/>
        </p:nvSpPr>
        <p:spPr>
          <a:xfrm>
            <a:off x="3798426" y="1515280"/>
            <a:ext cx="742259" cy="36933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accent3">
                <a:alpha val="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Grid x </a:t>
            </a:r>
          </a:p>
        </p:txBody>
      </p:sp>
    </p:spTree>
    <p:extLst>
      <p:ext uri="{BB962C8B-B14F-4D97-AF65-F5344CB8AC3E}">
        <p14:creationId xmlns:p14="http://schemas.microsoft.com/office/powerpoint/2010/main" val="303616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23A32B8-A6A0-4143-A5EA-97E57FCF5E94}"/>
              </a:ext>
            </a:extLst>
          </p:cNvPr>
          <p:cNvGrpSpPr/>
          <p:nvPr/>
        </p:nvGrpSpPr>
        <p:grpSpPr>
          <a:xfrm>
            <a:off x="3267619" y="1306443"/>
            <a:ext cx="2453750" cy="2453750"/>
            <a:chOff x="3771690" y="1309672"/>
            <a:chExt cx="2453750" cy="245375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ACA3670-FBFC-B149-B556-8DD6829AE057}"/>
                </a:ext>
              </a:extLst>
            </p:cNvPr>
            <p:cNvSpPr/>
            <p:nvPr/>
          </p:nvSpPr>
          <p:spPr>
            <a:xfrm>
              <a:off x="4034825" y="1905019"/>
              <a:ext cx="1644604" cy="631528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C09B9E3-517E-4A41-A6C1-DD2D7D1A2154}"/>
                </a:ext>
              </a:extLst>
            </p:cNvPr>
            <p:cNvSpPr/>
            <p:nvPr/>
          </p:nvSpPr>
          <p:spPr>
            <a:xfrm>
              <a:off x="4126923" y="2036587"/>
              <a:ext cx="1644604" cy="631528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82B0088-0378-F442-A152-0A46A44CF4D2}"/>
                </a:ext>
              </a:extLst>
            </p:cNvPr>
            <p:cNvSpPr/>
            <p:nvPr/>
          </p:nvSpPr>
          <p:spPr>
            <a:xfrm>
              <a:off x="4219021" y="2161577"/>
              <a:ext cx="1644604" cy="631528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0E8A9C3-EFF3-9643-B6DC-95FAE7EE67D2}"/>
                </a:ext>
              </a:extLst>
            </p:cNvPr>
            <p:cNvSpPr/>
            <p:nvPr/>
          </p:nvSpPr>
          <p:spPr>
            <a:xfrm>
              <a:off x="4311119" y="2286567"/>
              <a:ext cx="1644604" cy="631528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9FFB012-6A71-A342-A96C-0BF298ED0D0E}"/>
                </a:ext>
              </a:extLst>
            </p:cNvPr>
            <p:cNvSpPr/>
            <p:nvPr/>
          </p:nvSpPr>
          <p:spPr>
            <a:xfrm>
              <a:off x="4403217" y="2414846"/>
              <a:ext cx="1644604" cy="631528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87A9D06-02B2-4443-B01A-EF6CDC945AE7}"/>
                </a:ext>
              </a:extLst>
            </p:cNvPr>
            <p:cNvSpPr txBox="1"/>
            <p:nvPr/>
          </p:nvSpPr>
          <p:spPr>
            <a:xfrm>
              <a:off x="4193220" y="3190381"/>
              <a:ext cx="156767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Convolution Layers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C59C1DE-45D5-894B-8E8F-B1BF0B1A9E32}"/>
                </a:ext>
              </a:extLst>
            </p:cNvPr>
            <p:cNvSpPr/>
            <p:nvPr/>
          </p:nvSpPr>
          <p:spPr>
            <a:xfrm>
              <a:off x="3771690" y="1309672"/>
              <a:ext cx="2453750" cy="24537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DC19792-1DE2-F44C-B282-124FEB5C8E93}"/>
                </a:ext>
              </a:extLst>
            </p:cNvPr>
            <p:cNvSpPr/>
            <p:nvPr/>
          </p:nvSpPr>
          <p:spPr>
            <a:xfrm>
              <a:off x="4450910" y="1538508"/>
              <a:ext cx="996629" cy="264544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Activations</a:t>
              </a:r>
            </a:p>
          </p:txBody>
        </p:sp>
      </p:grp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E8AF80E5-7EBE-464D-95F4-FA0E3FD789A1}"/>
              </a:ext>
            </a:extLst>
          </p:cNvPr>
          <p:cNvGrpSpPr/>
          <p:nvPr/>
        </p:nvGrpSpPr>
        <p:grpSpPr>
          <a:xfrm>
            <a:off x="6132179" y="1330172"/>
            <a:ext cx="2512957" cy="2537859"/>
            <a:chOff x="7440190" y="273003"/>
            <a:chExt cx="2512957" cy="2537859"/>
          </a:xfrm>
        </p:grpSpPr>
        <p:sp>
          <p:nvSpPr>
            <p:cNvPr id="344" name="TextBox 343">
              <a:extLst>
                <a:ext uri="{FF2B5EF4-FFF2-40B4-BE49-F238E27FC236}">
                  <a16:creationId xmlns:a16="http://schemas.microsoft.com/office/drawing/2014/main" id="{89CA6E49-234A-7B4E-ABDE-37FDB4A733B3}"/>
                </a:ext>
              </a:extLst>
            </p:cNvPr>
            <p:cNvSpPr txBox="1"/>
            <p:nvPr/>
          </p:nvSpPr>
          <p:spPr>
            <a:xfrm>
              <a:off x="7961581" y="2349197"/>
              <a:ext cx="152938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Fully Connected Layers</a:t>
              </a:r>
            </a:p>
          </p:txBody>
        </p:sp>
        <p:sp>
          <p:nvSpPr>
            <p:cNvPr id="345" name="Oval 344">
              <a:extLst>
                <a:ext uri="{FF2B5EF4-FFF2-40B4-BE49-F238E27FC236}">
                  <a16:creationId xmlns:a16="http://schemas.microsoft.com/office/drawing/2014/main" id="{B34A9D04-338D-A54F-90DA-BF66984CF0BF}"/>
                </a:ext>
              </a:extLst>
            </p:cNvPr>
            <p:cNvSpPr/>
            <p:nvPr/>
          </p:nvSpPr>
          <p:spPr>
            <a:xfrm>
              <a:off x="7440190" y="273003"/>
              <a:ext cx="2512957" cy="2512957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6" name="Oval 345">
              <a:extLst>
                <a:ext uri="{FF2B5EF4-FFF2-40B4-BE49-F238E27FC236}">
                  <a16:creationId xmlns:a16="http://schemas.microsoft.com/office/drawing/2014/main" id="{EFC46B39-4969-3F4A-BF08-F8B9FA7A5966}"/>
                </a:ext>
              </a:extLst>
            </p:cNvPr>
            <p:cNvSpPr/>
            <p:nvPr/>
          </p:nvSpPr>
          <p:spPr>
            <a:xfrm>
              <a:off x="7812671" y="1158212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7" name="Oval 346">
              <a:extLst>
                <a:ext uri="{FF2B5EF4-FFF2-40B4-BE49-F238E27FC236}">
                  <a16:creationId xmlns:a16="http://schemas.microsoft.com/office/drawing/2014/main" id="{C9607B67-AB0F-2E4A-B3DA-3AC37CAD1219}"/>
                </a:ext>
              </a:extLst>
            </p:cNvPr>
            <p:cNvSpPr/>
            <p:nvPr/>
          </p:nvSpPr>
          <p:spPr>
            <a:xfrm>
              <a:off x="7812671" y="874929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8" name="Oval 347">
              <a:extLst>
                <a:ext uri="{FF2B5EF4-FFF2-40B4-BE49-F238E27FC236}">
                  <a16:creationId xmlns:a16="http://schemas.microsoft.com/office/drawing/2014/main" id="{725DC0F0-BC4F-1248-B74C-C7658FDEFF41}"/>
                </a:ext>
              </a:extLst>
            </p:cNvPr>
            <p:cNvSpPr/>
            <p:nvPr/>
          </p:nvSpPr>
          <p:spPr>
            <a:xfrm>
              <a:off x="8297830" y="979198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9" name="Oval 348">
              <a:extLst>
                <a:ext uri="{FF2B5EF4-FFF2-40B4-BE49-F238E27FC236}">
                  <a16:creationId xmlns:a16="http://schemas.microsoft.com/office/drawing/2014/main" id="{D89A1A23-5175-A24E-B3BE-302CF2C43BC1}"/>
                </a:ext>
              </a:extLst>
            </p:cNvPr>
            <p:cNvSpPr/>
            <p:nvPr/>
          </p:nvSpPr>
          <p:spPr>
            <a:xfrm>
              <a:off x="8297830" y="1284107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0" name="Oval 349">
              <a:extLst>
                <a:ext uri="{FF2B5EF4-FFF2-40B4-BE49-F238E27FC236}">
                  <a16:creationId xmlns:a16="http://schemas.microsoft.com/office/drawing/2014/main" id="{FC07EA12-F50B-6049-861E-B356AEAB8730}"/>
                </a:ext>
              </a:extLst>
            </p:cNvPr>
            <p:cNvSpPr/>
            <p:nvPr/>
          </p:nvSpPr>
          <p:spPr>
            <a:xfrm>
              <a:off x="8297830" y="1589016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1" name="Oval 350">
              <a:extLst>
                <a:ext uri="{FF2B5EF4-FFF2-40B4-BE49-F238E27FC236}">
                  <a16:creationId xmlns:a16="http://schemas.microsoft.com/office/drawing/2014/main" id="{79327C87-0909-314D-941A-69B88B931CFA}"/>
                </a:ext>
              </a:extLst>
            </p:cNvPr>
            <p:cNvSpPr/>
            <p:nvPr/>
          </p:nvSpPr>
          <p:spPr>
            <a:xfrm>
              <a:off x="8297830" y="1893925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2" name="Oval 351">
              <a:extLst>
                <a:ext uri="{FF2B5EF4-FFF2-40B4-BE49-F238E27FC236}">
                  <a16:creationId xmlns:a16="http://schemas.microsoft.com/office/drawing/2014/main" id="{BE14F69F-4846-9842-944C-1B4DA3D49CB5}"/>
                </a:ext>
              </a:extLst>
            </p:cNvPr>
            <p:cNvSpPr/>
            <p:nvPr/>
          </p:nvSpPr>
          <p:spPr>
            <a:xfrm>
              <a:off x="8297830" y="2198835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08133877-5A9E-9046-9B89-41A88A1B0E4F}"/>
                </a:ext>
              </a:extLst>
            </p:cNvPr>
            <p:cNvCxnSpPr>
              <a:cxnSpLocks/>
              <a:stCxn id="347" idx="6"/>
              <a:endCxn id="460" idx="2"/>
            </p:cNvCxnSpPr>
            <p:nvPr/>
          </p:nvCxnSpPr>
          <p:spPr>
            <a:xfrm flipV="1">
              <a:off x="7996867" y="766387"/>
              <a:ext cx="300963" cy="2006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353">
              <a:extLst>
                <a:ext uri="{FF2B5EF4-FFF2-40B4-BE49-F238E27FC236}">
                  <a16:creationId xmlns:a16="http://schemas.microsoft.com/office/drawing/2014/main" id="{EE8B2559-BFEC-2249-A0AD-36587A122E1F}"/>
                </a:ext>
              </a:extLst>
            </p:cNvPr>
            <p:cNvCxnSpPr>
              <a:cxnSpLocks/>
              <a:stCxn id="347" idx="6"/>
              <a:endCxn id="348" idx="2"/>
            </p:cNvCxnSpPr>
            <p:nvPr/>
          </p:nvCxnSpPr>
          <p:spPr>
            <a:xfrm>
              <a:off x="7996867" y="967027"/>
              <a:ext cx="300963" cy="10426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D95E574C-5115-A443-8C22-76A1F3616374}"/>
                </a:ext>
              </a:extLst>
            </p:cNvPr>
            <p:cNvCxnSpPr>
              <a:cxnSpLocks/>
              <a:stCxn id="347" idx="6"/>
              <a:endCxn id="349" idx="2"/>
            </p:cNvCxnSpPr>
            <p:nvPr/>
          </p:nvCxnSpPr>
          <p:spPr>
            <a:xfrm>
              <a:off x="7996867" y="967027"/>
              <a:ext cx="300963" cy="40917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F94F4E0B-241B-E846-B32A-B1069CA85E0B}"/>
                </a:ext>
              </a:extLst>
            </p:cNvPr>
            <p:cNvCxnSpPr>
              <a:cxnSpLocks/>
              <a:stCxn id="347" idx="6"/>
              <a:endCxn id="350" idx="2"/>
            </p:cNvCxnSpPr>
            <p:nvPr/>
          </p:nvCxnSpPr>
          <p:spPr>
            <a:xfrm>
              <a:off x="7996867" y="967027"/>
              <a:ext cx="300963" cy="7140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3D93233A-1A0C-3F40-9427-C8C024126585}"/>
                </a:ext>
              </a:extLst>
            </p:cNvPr>
            <p:cNvCxnSpPr>
              <a:cxnSpLocks/>
              <a:stCxn id="347" idx="6"/>
              <a:endCxn id="351" idx="2"/>
            </p:cNvCxnSpPr>
            <p:nvPr/>
          </p:nvCxnSpPr>
          <p:spPr>
            <a:xfrm>
              <a:off x="7996867" y="967027"/>
              <a:ext cx="300963" cy="101899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1B152CA8-75AB-404A-9FA4-5D4D9CD869B0}"/>
                </a:ext>
              </a:extLst>
            </p:cNvPr>
            <p:cNvCxnSpPr>
              <a:cxnSpLocks/>
              <a:stCxn id="347" idx="6"/>
              <a:endCxn id="352" idx="2"/>
            </p:cNvCxnSpPr>
            <p:nvPr/>
          </p:nvCxnSpPr>
          <p:spPr>
            <a:xfrm>
              <a:off x="7996867" y="967027"/>
              <a:ext cx="300963" cy="13239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>
              <a:extLst>
                <a:ext uri="{FF2B5EF4-FFF2-40B4-BE49-F238E27FC236}">
                  <a16:creationId xmlns:a16="http://schemas.microsoft.com/office/drawing/2014/main" id="{27B442D0-6E1E-D14D-A2A4-170C7281E902}"/>
                </a:ext>
              </a:extLst>
            </p:cNvPr>
            <p:cNvCxnSpPr>
              <a:cxnSpLocks/>
              <a:stCxn id="346" idx="6"/>
              <a:endCxn id="460" idx="2"/>
            </p:cNvCxnSpPr>
            <p:nvPr/>
          </p:nvCxnSpPr>
          <p:spPr>
            <a:xfrm flipV="1">
              <a:off x="7996867" y="766387"/>
              <a:ext cx="300963" cy="4839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E5DDE571-7FE0-A140-8B23-0BE459C03070}"/>
                </a:ext>
              </a:extLst>
            </p:cNvPr>
            <p:cNvCxnSpPr>
              <a:cxnSpLocks/>
              <a:stCxn id="346" idx="6"/>
              <a:endCxn id="348" idx="2"/>
            </p:cNvCxnSpPr>
            <p:nvPr/>
          </p:nvCxnSpPr>
          <p:spPr>
            <a:xfrm flipV="1">
              <a:off x="7996867" y="1071296"/>
              <a:ext cx="300963" cy="17901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7D14E47A-C4FC-1B41-B270-AAAC1B361709}"/>
                </a:ext>
              </a:extLst>
            </p:cNvPr>
            <p:cNvCxnSpPr>
              <a:cxnSpLocks/>
              <a:stCxn id="346" idx="6"/>
              <a:endCxn id="349" idx="2"/>
            </p:cNvCxnSpPr>
            <p:nvPr/>
          </p:nvCxnSpPr>
          <p:spPr>
            <a:xfrm>
              <a:off x="7996867" y="1250310"/>
              <a:ext cx="300963" cy="1258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62D49701-5FA5-F142-8D2D-4E66625D0DE5}"/>
                </a:ext>
              </a:extLst>
            </p:cNvPr>
            <p:cNvCxnSpPr>
              <a:cxnSpLocks/>
              <a:stCxn id="346" idx="6"/>
              <a:endCxn id="350" idx="2"/>
            </p:cNvCxnSpPr>
            <p:nvPr/>
          </p:nvCxnSpPr>
          <p:spPr>
            <a:xfrm>
              <a:off x="7996867" y="1250310"/>
              <a:ext cx="300963" cy="43080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362">
              <a:extLst>
                <a:ext uri="{FF2B5EF4-FFF2-40B4-BE49-F238E27FC236}">
                  <a16:creationId xmlns:a16="http://schemas.microsoft.com/office/drawing/2014/main" id="{AFC99C3A-86BA-0D48-9BC9-26F2AA5122A9}"/>
                </a:ext>
              </a:extLst>
            </p:cNvPr>
            <p:cNvCxnSpPr>
              <a:cxnSpLocks/>
              <a:stCxn id="346" idx="6"/>
              <a:endCxn id="351" idx="2"/>
            </p:cNvCxnSpPr>
            <p:nvPr/>
          </p:nvCxnSpPr>
          <p:spPr>
            <a:xfrm>
              <a:off x="7996867" y="1250310"/>
              <a:ext cx="300963" cy="7357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FB877662-7A5F-ED4E-848C-B42DA2A1AF1A}"/>
                </a:ext>
              </a:extLst>
            </p:cNvPr>
            <p:cNvCxnSpPr>
              <a:cxnSpLocks/>
              <a:stCxn id="346" idx="6"/>
              <a:endCxn id="352" idx="2"/>
            </p:cNvCxnSpPr>
            <p:nvPr/>
          </p:nvCxnSpPr>
          <p:spPr>
            <a:xfrm>
              <a:off x="7996867" y="1250310"/>
              <a:ext cx="300963" cy="104062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5" name="Group 364">
              <a:extLst>
                <a:ext uri="{FF2B5EF4-FFF2-40B4-BE49-F238E27FC236}">
                  <a16:creationId xmlns:a16="http://schemas.microsoft.com/office/drawing/2014/main" id="{32A2E608-12C6-6846-AC16-43E6E5A7023D}"/>
                </a:ext>
              </a:extLst>
            </p:cNvPr>
            <p:cNvGrpSpPr/>
            <p:nvPr/>
          </p:nvGrpSpPr>
          <p:grpSpPr>
            <a:xfrm>
              <a:off x="7812671" y="766387"/>
              <a:ext cx="485159" cy="1524546"/>
              <a:chOff x="7812671" y="766387"/>
              <a:chExt cx="485159" cy="1524546"/>
            </a:xfrm>
          </p:grpSpPr>
          <p:sp>
            <p:nvSpPr>
              <p:cNvPr id="484" name="Oval 483">
                <a:extLst>
                  <a:ext uri="{FF2B5EF4-FFF2-40B4-BE49-F238E27FC236}">
                    <a16:creationId xmlns:a16="http://schemas.microsoft.com/office/drawing/2014/main" id="{DDCF10BB-6953-A34C-82C7-8C357752C02D}"/>
                  </a:ext>
                </a:extLst>
              </p:cNvPr>
              <p:cNvSpPr/>
              <p:nvPr/>
            </p:nvSpPr>
            <p:spPr>
              <a:xfrm>
                <a:off x="7812671" y="1441495"/>
                <a:ext cx="184196" cy="184196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5" name="Straight Connector 484">
                <a:extLst>
                  <a:ext uri="{FF2B5EF4-FFF2-40B4-BE49-F238E27FC236}">
                    <a16:creationId xmlns:a16="http://schemas.microsoft.com/office/drawing/2014/main" id="{190FCB52-550B-844D-915A-163A426160CC}"/>
                  </a:ext>
                </a:extLst>
              </p:cNvPr>
              <p:cNvCxnSpPr>
                <a:cxnSpLocks/>
                <a:stCxn id="484" idx="6"/>
                <a:endCxn id="348" idx="2"/>
              </p:cNvCxnSpPr>
              <p:nvPr/>
            </p:nvCxnSpPr>
            <p:spPr>
              <a:xfrm flipV="1">
                <a:off x="7996867" y="1071296"/>
                <a:ext cx="300963" cy="46229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Connector 485">
                <a:extLst>
                  <a:ext uri="{FF2B5EF4-FFF2-40B4-BE49-F238E27FC236}">
                    <a16:creationId xmlns:a16="http://schemas.microsoft.com/office/drawing/2014/main" id="{A9E314A0-5BFA-F642-BED0-BE2B38EB7AB0}"/>
                  </a:ext>
                </a:extLst>
              </p:cNvPr>
              <p:cNvCxnSpPr>
                <a:cxnSpLocks/>
                <a:stCxn id="484" idx="6"/>
                <a:endCxn id="349" idx="2"/>
              </p:cNvCxnSpPr>
              <p:nvPr/>
            </p:nvCxnSpPr>
            <p:spPr>
              <a:xfrm flipV="1">
                <a:off x="7996867" y="1376205"/>
                <a:ext cx="300963" cy="1573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Connector 486">
                <a:extLst>
                  <a:ext uri="{FF2B5EF4-FFF2-40B4-BE49-F238E27FC236}">
                    <a16:creationId xmlns:a16="http://schemas.microsoft.com/office/drawing/2014/main" id="{034FFD26-0CA4-1E4D-81D2-432A283682E9}"/>
                  </a:ext>
                </a:extLst>
              </p:cNvPr>
              <p:cNvCxnSpPr>
                <a:cxnSpLocks/>
                <a:stCxn id="484" idx="6"/>
                <a:endCxn id="350" idx="2"/>
              </p:cNvCxnSpPr>
              <p:nvPr/>
            </p:nvCxnSpPr>
            <p:spPr>
              <a:xfrm>
                <a:off x="7996867" y="1533593"/>
                <a:ext cx="300963" cy="14752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Connector 487">
                <a:extLst>
                  <a:ext uri="{FF2B5EF4-FFF2-40B4-BE49-F238E27FC236}">
                    <a16:creationId xmlns:a16="http://schemas.microsoft.com/office/drawing/2014/main" id="{D4F86F19-3093-4C4C-85FB-6723C6CEEB67}"/>
                  </a:ext>
                </a:extLst>
              </p:cNvPr>
              <p:cNvCxnSpPr>
                <a:cxnSpLocks/>
                <a:stCxn id="484" idx="6"/>
                <a:endCxn id="351" idx="2"/>
              </p:cNvCxnSpPr>
              <p:nvPr/>
            </p:nvCxnSpPr>
            <p:spPr>
              <a:xfrm>
                <a:off x="7996867" y="1533593"/>
                <a:ext cx="300963" cy="45243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Connector 488">
                <a:extLst>
                  <a:ext uri="{FF2B5EF4-FFF2-40B4-BE49-F238E27FC236}">
                    <a16:creationId xmlns:a16="http://schemas.microsoft.com/office/drawing/2014/main" id="{30EA5D73-0925-8646-A16A-C627E8ED84BC}"/>
                  </a:ext>
                </a:extLst>
              </p:cNvPr>
              <p:cNvCxnSpPr>
                <a:cxnSpLocks/>
                <a:stCxn id="484" idx="6"/>
                <a:endCxn id="352" idx="2"/>
              </p:cNvCxnSpPr>
              <p:nvPr/>
            </p:nvCxnSpPr>
            <p:spPr>
              <a:xfrm>
                <a:off x="7996867" y="1533593"/>
                <a:ext cx="300963" cy="75734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Straight Connector 489">
                <a:extLst>
                  <a:ext uri="{FF2B5EF4-FFF2-40B4-BE49-F238E27FC236}">
                    <a16:creationId xmlns:a16="http://schemas.microsoft.com/office/drawing/2014/main" id="{C4D247D1-CC6E-7349-8220-8BFC6273686A}"/>
                  </a:ext>
                </a:extLst>
              </p:cNvPr>
              <p:cNvCxnSpPr>
                <a:cxnSpLocks/>
                <a:stCxn id="484" idx="6"/>
                <a:endCxn id="460" idx="2"/>
              </p:cNvCxnSpPr>
              <p:nvPr/>
            </p:nvCxnSpPr>
            <p:spPr>
              <a:xfrm flipV="1">
                <a:off x="7996867" y="766387"/>
                <a:ext cx="300963" cy="76720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6" name="Group 365">
              <a:extLst>
                <a:ext uri="{FF2B5EF4-FFF2-40B4-BE49-F238E27FC236}">
                  <a16:creationId xmlns:a16="http://schemas.microsoft.com/office/drawing/2014/main" id="{433DC10A-29D5-084B-97C0-32244147116A}"/>
                </a:ext>
              </a:extLst>
            </p:cNvPr>
            <p:cNvGrpSpPr/>
            <p:nvPr/>
          </p:nvGrpSpPr>
          <p:grpSpPr>
            <a:xfrm>
              <a:off x="7811849" y="766387"/>
              <a:ext cx="485981" cy="1514182"/>
              <a:chOff x="7799041" y="493220"/>
              <a:chExt cx="485981" cy="1514182"/>
            </a:xfrm>
          </p:grpSpPr>
          <p:sp>
            <p:nvSpPr>
              <p:cNvPr id="477" name="Oval 476">
                <a:extLst>
                  <a:ext uri="{FF2B5EF4-FFF2-40B4-BE49-F238E27FC236}">
                    <a16:creationId xmlns:a16="http://schemas.microsoft.com/office/drawing/2014/main" id="{AB947852-6969-1B46-B883-50B55FA64E04}"/>
                  </a:ext>
                </a:extLst>
              </p:cNvPr>
              <p:cNvSpPr/>
              <p:nvPr/>
            </p:nvSpPr>
            <p:spPr>
              <a:xfrm>
                <a:off x="7799041" y="1462874"/>
                <a:ext cx="184196" cy="184196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78" name="Straight Connector 477">
                <a:extLst>
                  <a:ext uri="{FF2B5EF4-FFF2-40B4-BE49-F238E27FC236}">
                    <a16:creationId xmlns:a16="http://schemas.microsoft.com/office/drawing/2014/main" id="{94D5B9A9-F47E-1D40-AF88-DF61DC667C05}"/>
                  </a:ext>
                </a:extLst>
              </p:cNvPr>
              <p:cNvCxnSpPr>
                <a:cxnSpLocks/>
                <a:stCxn id="477" idx="6"/>
              </p:cNvCxnSpPr>
              <p:nvPr/>
            </p:nvCxnSpPr>
            <p:spPr>
              <a:xfrm flipV="1">
                <a:off x="7983237" y="1092675"/>
                <a:ext cx="300963" cy="46229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9" name="Straight Connector 478">
                <a:extLst>
                  <a:ext uri="{FF2B5EF4-FFF2-40B4-BE49-F238E27FC236}">
                    <a16:creationId xmlns:a16="http://schemas.microsoft.com/office/drawing/2014/main" id="{3FEB2537-C934-CB4F-AFB3-677C93BD04C4}"/>
                  </a:ext>
                </a:extLst>
              </p:cNvPr>
              <p:cNvCxnSpPr>
                <a:cxnSpLocks/>
                <a:stCxn id="477" idx="6"/>
              </p:cNvCxnSpPr>
              <p:nvPr/>
            </p:nvCxnSpPr>
            <p:spPr>
              <a:xfrm flipV="1">
                <a:off x="7983237" y="1397584"/>
                <a:ext cx="300963" cy="1573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0" name="Straight Connector 479">
                <a:extLst>
                  <a:ext uri="{FF2B5EF4-FFF2-40B4-BE49-F238E27FC236}">
                    <a16:creationId xmlns:a16="http://schemas.microsoft.com/office/drawing/2014/main" id="{E7483657-EB09-CB4B-A5E2-FA56B0272955}"/>
                  </a:ext>
                </a:extLst>
              </p:cNvPr>
              <p:cNvCxnSpPr>
                <a:cxnSpLocks/>
                <a:stCxn id="477" idx="6"/>
              </p:cNvCxnSpPr>
              <p:nvPr/>
            </p:nvCxnSpPr>
            <p:spPr>
              <a:xfrm>
                <a:off x="7983237" y="1554972"/>
                <a:ext cx="300963" cy="14752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" name="Straight Connector 480">
                <a:extLst>
                  <a:ext uri="{FF2B5EF4-FFF2-40B4-BE49-F238E27FC236}">
                    <a16:creationId xmlns:a16="http://schemas.microsoft.com/office/drawing/2014/main" id="{99170E90-5865-E04B-B206-BE37664581C2}"/>
                  </a:ext>
                </a:extLst>
              </p:cNvPr>
              <p:cNvCxnSpPr>
                <a:cxnSpLocks/>
                <a:stCxn id="477" idx="6"/>
              </p:cNvCxnSpPr>
              <p:nvPr/>
            </p:nvCxnSpPr>
            <p:spPr>
              <a:xfrm>
                <a:off x="7983237" y="1554972"/>
                <a:ext cx="300963" cy="45243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2" name="Straight Connector 481">
                <a:extLst>
                  <a:ext uri="{FF2B5EF4-FFF2-40B4-BE49-F238E27FC236}">
                    <a16:creationId xmlns:a16="http://schemas.microsoft.com/office/drawing/2014/main" id="{E80CF53A-8C99-8146-81CB-091FEC9EFD32}"/>
                  </a:ext>
                </a:extLst>
              </p:cNvPr>
              <p:cNvCxnSpPr>
                <a:cxnSpLocks/>
                <a:stCxn id="477" idx="6"/>
                <a:endCxn id="460" idx="2"/>
              </p:cNvCxnSpPr>
              <p:nvPr/>
            </p:nvCxnSpPr>
            <p:spPr>
              <a:xfrm flipV="1">
                <a:off x="7983237" y="493220"/>
                <a:ext cx="301785" cy="106175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3" name="Straight Connector 482">
                <a:extLst>
                  <a:ext uri="{FF2B5EF4-FFF2-40B4-BE49-F238E27FC236}">
                    <a16:creationId xmlns:a16="http://schemas.microsoft.com/office/drawing/2014/main" id="{C389F133-53B8-3B4B-A392-E98395B7142A}"/>
                  </a:ext>
                </a:extLst>
              </p:cNvPr>
              <p:cNvCxnSpPr>
                <a:cxnSpLocks/>
                <a:stCxn id="477" idx="6"/>
              </p:cNvCxnSpPr>
              <p:nvPr/>
            </p:nvCxnSpPr>
            <p:spPr>
              <a:xfrm flipV="1">
                <a:off x="7983237" y="787766"/>
                <a:ext cx="300963" cy="76720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7" name="Group 366">
              <a:extLst>
                <a:ext uri="{FF2B5EF4-FFF2-40B4-BE49-F238E27FC236}">
                  <a16:creationId xmlns:a16="http://schemas.microsoft.com/office/drawing/2014/main" id="{C52B8FFB-76FA-0248-8821-05D17EEBBF28}"/>
                </a:ext>
              </a:extLst>
            </p:cNvPr>
            <p:cNvGrpSpPr/>
            <p:nvPr/>
          </p:nvGrpSpPr>
          <p:grpSpPr>
            <a:xfrm>
              <a:off x="7811027" y="766387"/>
              <a:ext cx="486803" cy="1521006"/>
              <a:chOff x="7799041" y="181487"/>
              <a:chExt cx="486803" cy="1521006"/>
            </a:xfrm>
          </p:grpSpPr>
          <p:sp>
            <p:nvSpPr>
              <p:cNvPr id="470" name="Oval 469">
                <a:extLst>
                  <a:ext uri="{FF2B5EF4-FFF2-40B4-BE49-F238E27FC236}">
                    <a16:creationId xmlns:a16="http://schemas.microsoft.com/office/drawing/2014/main" id="{47E4AD23-E7E2-AA4F-8274-34402E429BAE}"/>
                  </a:ext>
                </a:extLst>
              </p:cNvPr>
              <p:cNvSpPr/>
              <p:nvPr/>
            </p:nvSpPr>
            <p:spPr>
              <a:xfrm>
                <a:off x="7799041" y="1462874"/>
                <a:ext cx="184196" cy="184196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71" name="Straight Connector 470">
                <a:extLst>
                  <a:ext uri="{FF2B5EF4-FFF2-40B4-BE49-F238E27FC236}">
                    <a16:creationId xmlns:a16="http://schemas.microsoft.com/office/drawing/2014/main" id="{FF84FD1E-FEB3-164E-8BC6-3477741E40EA}"/>
                  </a:ext>
                </a:extLst>
              </p:cNvPr>
              <p:cNvCxnSpPr>
                <a:cxnSpLocks/>
                <a:stCxn id="470" idx="6"/>
              </p:cNvCxnSpPr>
              <p:nvPr/>
            </p:nvCxnSpPr>
            <p:spPr>
              <a:xfrm flipV="1">
                <a:off x="7983237" y="1092675"/>
                <a:ext cx="300963" cy="46229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2" name="Straight Connector 471">
                <a:extLst>
                  <a:ext uri="{FF2B5EF4-FFF2-40B4-BE49-F238E27FC236}">
                    <a16:creationId xmlns:a16="http://schemas.microsoft.com/office/drawing/2014/main" id="{89BAF610-E71D-EF44-8A49-A473597E4FEC}"/>
                  </a:ext>
                </a:extLst>
              </p:cNvPr>
              <p:cNvCxnSpPr>
                <a:cxnSpLocks/>
                <a:stCxn id="470" idx="6"/>
              </p:cNvCxnSpPr>
              <p:nvPr/>
            </p:nvCxnSpPr>
            <p:spPr>
              <a:xfrm flipV="1">
                <a:off x="7983237" y="1397584"/>
                <a:ext cx="300963" cy="1573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3" name="Straight Connector 472">
                <a:extLst>
                  <a:ext uri="{FF2B5EF4-FFF2-40B4-BE49-F238E27FC236}">
                    <a16:creationId xmlns:a16="http://schemas.microsoft.com/office/drawing/2014/main" id="{58D198E1-BC8E-4247-9D55-339E078186DB}"/>
                  </a:ext>
                </a:extLst>
              </p:cNvPr>
              <p:cNvCxnSpPr>
                <a:cxnSpLocks/>
                <a:stCxn id="470" idx="6"/>
              </p:cNvCxnSpPr>
              <p:nvPr/>
            </p:nvCxnSpPr>
            <p:spPr>
              <a:xfrm>
                <a:off x="7983237" y="1554972"/>
                <a:ext cx="300963" cy="14752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4" name="Straight Connector 473">
                <a:extLst>
                  <a:ext uri="{FF2B5EF4-FFF2-40B4-BE49-F238E27FC236}">
                    <a16:creationId xmlns:a16="http://schemas.microsoft.com/office/drawing/2014/main" id="{AD80F73E-8174-FC4F-8270-909043B44532}"/>
                  </a:ext>
                </a:extLst>
              </p:cNvPr>
              <p:cNvCxnSpPr>
                <a:cxnSpLocks/>
                <a:stCxn id="470" idx="6"/>
                <a:endCxn id="460" idx="2"/>
              </p:cNvCxnSpPr>
              <p:nvPr/>
            </p:nvCxnSpPr>
            <p:spPr>
              <a:xfrm flipV="1">
                <a:off x="7983237" y="181487"/>
                <a:ext cx="302607" cy="137348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5" name="Straight Connector 474">
                <a:extLst>
                  <a:ext uri="{FF2B5EF4-FFF2-40B4-BE49-F238E27FC236}">
                    <a16:creationId xmlns:a16="http://schemas.microsoft.com/office/drawing/2014/main" id="{A27F6ABC-29E0-7A4E-8007-3F6E49DB80B7}"/>
                  </a:ext>
                </a:extLst>
              </p:cNvPr>
              <p:cNvCxnSpPr>
                <a:cxnSpLocks/>
                <a:stCxn id="470" idx="6"/>
              </p:cNvCxnSpPr>
              <p:nvPr/>
            </p:nvCxnSpPr>
            <p:spPr>
              <a:xfrm flipV="1">
                <a:off x="7983237" y="493220"/>
                <a:ext cx="301785" cy="106175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6" name="Straight Connector 475">
                <a:extLst>
                  <a:ext uri="{FF2B5EF4-FFF2-40B4-BE49-F238E27FC236}">
                    <a16:creationId xmlns:a16="http://schemas.microsoft.com/office/drawing/2014/main" id="{C9B08AC3-F565-B84D-92BE-D5752AFE87AF}"/>
                  </a:ext>
                </a:extLst>
              </p:cNvPr>
              <p:cNvCxnSpPr>
                <a:cxnSpLocks/>
                <a:stCxn id="470" idx="6"/>
              </p:cNvCxnSpPr>
              <p:nvPr/>
            </p:nvCxnSpPr>
            <p:spPr>
              <a:xfrm flipV="1">
                <a:off x="7983237" y="787766"/>
                <a:ext cx="300963" cy="76720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8" name="Oval 367">
              <a:extLst>
                <a:ext uri="{FF2B5EF4-FFF2-40B4-BE49-F238E27FC236}">
                  <a16:creationId xmlns:a16="http://schemas.microsoft.com/office/drawing/2014/main" id="{01B4C2DD-BBE5-E34B-B240-A8328BB5973E}"/>
                </a:ext>
              </a:extLst>
            </p:cNvPr>
            <p:cNvSpPr/>
            <p:nvPr/>
          </p:nvSpPr>
          <p:spPr>
            <a:xfrm>
              <a:off x="9545284" y="1240768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9" name="Oval 368">
              <a:extLst>
                <a:ext uri="{FF2B5EF4-FFF2-40B4-BE49-F238E27FC236}">
                  <a16:creationId xmlns:a16="http://schemas.microsoft.com/office/drawing/2014/main" id="{93FD245B-0490-6640-80EA-5F268BD919EC}"/>
                </a:ext>
              </a:extLst>
            </p:cNvPr>
            <p:cNvSpPr/>
            <p:nvPr/>
          </p:nvSpPr>
          <p:spPr>
            <a:xfrm>
              <a:off x="9545284" y="1545677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9D61AF4E-B10F-4B41-B8F6-56251D6E8A3F}"/>
                </a:ext>
              </a:extLst>
            </p:cNvPr>
            <p:cNvCxnSpPr>
              <a:cxnSpLocks/>
              <a:stCxn id="460" idx="6"/>
              <a:endCxn id="463" idx="2"/>
            </p:cNvCxnSpPr>
            <p:nvPr/>
          </p:nvCxnSpPr>
          <p:spPr>
            <a:xfrm>
              <a:off x="8482026" y="766387"/>
              <a:ext cx="412370" cy="61664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1" name="Group 370">
              <a:extLst>
                <a:ext uri="{FF2B5EF4-FFF2-40B4-BE49-F238E27FC236}">
                  <a16:creationId xmlns:a16="http://schemas.microsoft.com/office/drawing/2014/main" id="{45175FA9-0CA5-284D-BF3B-68DF733276F8}"/>
                </a:ext>
              </a:extLst>
            </p:cNvPr>
            <p:cNvGrpSpPr/>
            <p:nvPr/>
          </p:nvGrpSpPr>
          <p:grpSpPr>
            <a:xfrm>
              <a:off x="8297830" y="674289"/>
              <a:ext cx="780762" cy="1715566"/>
              <a:chOff x="8297830" y="674289"/>
              <a:chExt cx="780762" cy="1715566"/>
            </a:xfrm>
          </p:grpSpPr>
          <p:sp>
            <p:nvSpPr>
              <p:cNvPr id="460" name="Oval 459">
                <a:extLst>
                  <a:ext uri="{FF2B5EF4-FFF2-40B4-BE49-F238E27FC236}">
                    <a16:creationId xmlns:a16="http://schemas.microsoft.com/office/drawing/2014/main" id="{759CFC56-9DCE-C744-900C-5655953683C9}"/>
                  </a:ext>
                </a:extLst>
              </p:cNvPr>
              <p:cNvSpPr/>
              <p:nvPr/>
            </p:nvSpPr>
            <p:spPr>
              <a:xfrm>
                <a:off x="8297830" y="674289"/>
                <a:ext cx="184196" cy="184196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1" name="Oval 460">
                <a:extLst>
                  <a:ext uri="{FF2B5EF4-FFF2-40B4-BE49-F238E27FC236}">
                    <a16:creationId xmlns:a16="http://schemas.microsoft.com/office/drawing/2014/main" id="{43BA12FB-A7D5-DE4B-B9DC-3EF874BF1B66}"/>
                  </a:ext>
                </a:extLst>
              </p:cNvPr>
              <p:cNvSpPr/>
              <p:nvPr/>
            </p:nvSpPr>
            <p:spPr>
              <a:xfrm>
                <a:off x="8894396" y="681113"/>
                <a:ext cx="184196" cy="184196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2" name="Oval 461">
                <a:extLst>
                  <a:ext uri="{FF2B5EF4-FFF2-40B4-BE49-F238E27FC236}">
                    <a16:creationId xmlns:a16="http://schemas.microsoft.com/office/drawing/2014/main" id="{0159CD2B-E813-774C-8882-F5002014BFB8}"/>
                  </a:ext>
                </a:extLst>
              </p:cNvPr>
              <p:cNvSpPr/>
              <p:nvPr/>
            </p:nvSpPr>
            <p:spPr>
              <a:xfrm>
                <a:off x="8894396" y="986022"/>
                <a:ext cx="184196" cy="184196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3" name="Oval 462">
                <a:extLst>
                  <a:ext uri="{FF2B5EF4-FFF2-40B4-BE49-F238E27FC236}">
                    <a16:creationId xmlns:a16="http://schemas.microsoft.com/office/drawing/2014/main" id="{3AA9427A-1ADC-5C4D-80A6-96F14B1F07A0}"/>
                  </a:ext>
                </a:extLst>
              </p:cNvPr>
              <p:cNvSpPr/>
              <p:nvPr/>
            </p:nvSpPr>
            <p:spPr>
              <a:xfrm>
                <a:off x="8894396" y="1290931"/>
                <a:ext cx="184196" cy="184196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4" name="Oval 463">
                <a:extLst>
                  <a:ext uri="{FF2B5EF4-FFF2-40B4-BE49-F238E27FC236}">
                    <a16:creationId xmlns:a16="http://schemas.microsoft.com/office/drawing/2014/main" id="{27470623-0B5E-044E-BCF3-B97F0EF35E22}"/>
                  </a:ext>
                </a:extLst>
              </p:cNvPr>
              <p:cNvSpPr/>
              <p:nvPr/>
            </p:nvSpPr>
            <p:spPr>
              <a:xfrm>
                <a:off x="8894396" y="1595840"/>
                <a:ext cx="184196" cy="184196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5" name="Oval 464">
                <a:extLst>
                  <a:ext uri="{FF2B5EF4-FFF2-40B4-BE49-F238E27FC236}">
                    <a16:creationId xmlns:a16="http://schemas.microsoft.com/office/drawing/2014/main" id="{6FA8BD02-D416-B44E-8C9D-009A8FF3F0BA}"/>
                  </a:ext>
                </a:extLst>
              </p:cNvPr>
              <p:cNvSpPr/>
              <p:nvPr/>
            </p:nvSpPr>
            <p:spPr>
              <a:xfrm>
                <a:off x="8894396" y="1900749"/>
                <a:ext cx="184196" cy="184196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6" name="Oval 465">
                <a:extLst>
                  <a:ext uri="{FF2B5EF4-FFF2-40B4-BE49-F238E27FC236}">
                    <a16:creationId xmlns:a16="http://schemas.microsoft.com/office/drawing/2014/main" id="{E5FCF407-9550-084C-8432-1BE96AEBD6E4}"/>
                  </a:ext>
                </a:extLst>
              </p:cNvPr>
              <p:cNvSpPr/>
              <p:nvPr/>
            </p:nvSpPr>
            <p:spPr>
              <a:xfrm>
                <a:off x="8894396" y="2205659"/>
                <a:ext cx="184196" cy="184196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67" name="Straight Connector 466">
                <a:extLst>
                  <a:ext uri="{FF2B5EF4-FFF2-40B4-BE49-F238E27FC236}">
                    <a16:creationId xmlns:a16="http://schemas.microsoft.com/office/drawing/2014/main" id="{85B1E7A0-566B-5543-9EDA-689260CEAE3C}"/>
                  </a:ext>
                </a:extLst>
              </p:cNvPr>
              <p:cNvCxnSpPr>
                <a:cxnSpLocks/>
                <a:stCxn id="460" idx="6"/>
                <a:endCxn id="461" idx="2"/>
              </p:cNvCxnSpPr>
              <p:nvPr/>
            </p:nvCxnSpPr>
            <p:spPr>
              <a:xfrm>
                <a:off x="8482026" y="766387"/>
                <a:ext cx="412370" cy="682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8" name="Straight Connector 467">
                <a:extLst>
                  <a:ext uri="{FF2B5EF4-FFF2-40B4-BE49-F238E27FC236}">
                    <a16:creationId xmlns:a16="http://schemas.microsoft.com/office/drawing/2014/main" id="{AB0FCD2A-2C8C-884C-A290-20FFF3659246}"/>
                  </a:ext>
                </a:extLst>
              </p:cNvPr>
              <p:cNvCxnSpPr>
                <a:cxnSpLocks/>
                <a:stCxn id="460" idx="6"/>
                <a:endCxn id="462" idx="2"/>
              </p:cNvCxnSpPr>
              <p:nvPr/>
            </p:nvCxnSpPr>
            <p:spPr>
              <a:xfrm>
                <a:off x="8482026" y="766387"/>
                <a:ext cx="412370" cy="31173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9" name="Straight Connector 468">
                <a:extLst>
                  <a:ext uri="{FF2B5EF4-FFF2-40B4-BE49-F238E27FC236}">
                    <a16:creationId xmlns:a16="http://schemas.microsoft.com/office/drawing/2014/main" id="{FAB2F395-8F13-DC49-B9A7-FB5994F9E272}"/>
                  </a:ext>
                </a:extLst>
              </p:cNvPr>
              <p:cNvCxnSpPr>
                <a:cxnSpLocks/>
                <a:stCxn id="460" idx="6"/>
                <a:endCxn id="464" idx="2"/>
              </p:cNvCxnSpPr>
              <p:nvPr/>
            </p:nvCxnSpPr>
            <p:spPr>
              <a:xfrm>
                <a:off x="8482026" y="766387"/>
                <a:ext cx="412370" cy="92155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36961B49-BB34-AC42-90CF-35802960B540}"/>
                </a:ext>
              </a:extLst>
            </p:cNvPr>
            <p:cNvCxnSpPr>
              <a:cxnSpLocks/>
              <a:stCxn id="460" idx="6"/>
              <a:endCxn id="465" idx="2"/>
            </p:cNvCxnSpPr>
            <p:nvPr/>
          </p:nvCxnSpPr>
          <p:spPr>
            <a:xfrm>
              <a:off x="8482026" y="766387"/>
              <a:ext cx="412370" cy="12264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1F5D0D17-55A3-0442-91E0-9D8FDFA820A7}"/>
                </a:ext>
              </a:extLst>
            </p:cNvPr>
            <p:cNvCxnSpPr>
              <a:cxnSpLocks/>
              <a:stCxn id="460" idx="6"/>
              <a:endCxn id="466" idx="2"/>
            </p:cNvCxnSpPr>
            <p:nvPr/>
          </p:nvCxnSpPr>
          <p:spPr>
            <a:xfrm>
              <a:off x="8482026" y="766387"/>
              <a:ext cx="412370" cy="15313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4" name="Group 373">
              <a:extLst>
                <a:ext uri="{FF2B5EF4-FFF2-40B4-BE49-F238E27FC236}">
                  <a16:creationId xmlns:a16="http://schemas.microsoft.com/office/drawing/2014/main" id="{22BDE91E-CE51-F446-841C-A072187A4204}"/>
                </a:ext>
              </a:extLst>
            </p:cNvPr>
            <p:cNvGrpSpPr/>
            <p:nvPr/>
          </p:nvGrpSpPr>
          <p:grpSpPr>
            <a:xfrm>
              <a:off x="8297830" y="681113"/>
              <a:ext cx="780762" cy="1708742"/>
              <a:chOff x="8297830" y="681113"/>
              <a:chExt cx="780762" cy="1708742"/>
            </a:xfrm>
          </p:grpSpPr>
          <p:sp>
            <p:nvSpPr>
              <p:cNvPr id="447" name="Oval 446">
                <a:extLst>
                  <a:ext uri="{FF2B5EF4-FFF2-40B4-BE49-F238E27FC236}">
                    <a16:creationId xmlns:a16="http://schemas.microsoft.com/office/drawing/2014/main" id="{B99EB00E-D3B4-9F4B-B78B-893BA6629920}"/>
                  </a:ext>
                </a:extLst>
              </p:cNvPr>
              <p:cNvSpPr/>
              <p:nvPr/>
            </p:nvSpPr>
            <p:spPr>
              <a:xfrm>
                <a:off x="8894396" y="681113"/>
                <a:ext cx="184196" cy="184196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8" name="Oval 447">
                <a:extLst>
                  <a:ext uri="{FF2B5EF4-FFF2-40B4-BE49-F238E27FC236}">
                    <a16:creationId xmlns:a16="http://schemas.microsoft.com/office/drawing/2014/main" id="{EEF02C6B-D5CB-EE40-9C9C-7EC80D5331DB}"/>
                  </a:ext>
                </a:extLst>
              </p:cNvPr>
              <p:cNvSpPr/>
              <p:nvPr/>
            </p:nvSpPr>
            <p:spPr>
              <a:xfrm>
                <a:off x="8894396" y="986022"/>
                <a:ext cx="184196" cy="184196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9" name="Oval 448">
                <a:extLst>
                  <a:ext uri="{FF2B5EF4-FFF2-40B4-BE49-F238E27FC236}">
                    <a16:creationId xmlns:a16="http://schemas.microsoft.com/office/drawing/2014/main" id="{B004F61C-0166-0943-902A-0F02E9DDD27D}"/>
                  </a:ext>
                </a:extLst>
              </p:cNvPr>
              <p:cNvSpPr/>
              <p:nvPr/>
            </p:nvSpPr>
            <p:spPr>
              <a:xfrm>
                <a:off x="8894396" y="1290931"/>
                <a:ext cx="184196" cy="184196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0" name="Oval 449">
                <a:extLst>
                  <a:ext uri="{FF2B5EF4-FFF2-40B4-BE49-F238E27FC236}">
                    <a16:creationId xmlns:a16="http://schemas.microsoft.com/office/drawing/2014/main" id="{43298F98-AB6F-E446-9E17-7CE3116D7325}"/>
                  </a:ext>
                </a:extLst>
              </p:cNvPr>
              <p:cNvSpPr/>
              <p:nvPr/>
            </p:nvSpPr>
            <p:spPr>
              <a:xfrm>
                <a:off x="8894396" y="1595840"/>
                <a:ext cx="184196" cy="184196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1" name="Oval 450">
                <a:extLst>
                  <a:ext uri="{FF2B5EF4-FFF2-40B4-BE49-F238E27FC236}">
                    <a16:creationId xmlns:a16="http://schemas.microsoft.com/office/drawing/2014/main" id="{589431C7-77E3-1745-B3DB-23B13C4EF235}"/>
                  </a:ext>
                </a:extLst>
              </p:cNvPr>
              <p:cNvSpPr/>
              <p:nvPr/>
            </p:nvSpPr>
            <p:spPr>
              <a:xfrm>
                <a:off x="8894396" y="1900749"/>
                <a:ext cx="184196" cy="184196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2" name="Oval 451">
                <a:extLst>
                  <a:ext uri="{FF2B5EF4-FFF2-40B4-BE49-F238E27FC236}">
                    <a16:creationId xmlns:a16="http://schemas.microsoft.com/office/drawing/2014/main" id="{D32B6DBA-7AA7-3E46-9CFC-2B9323EEBD42}"/>
                  </a:ext>
                </a:extLst>
              </p:cNvPr>
              <p:cNvSpPr/>
              <p:nvPr/>
            </p:nvSpPr>
            <p:spPr>
              <a:xfrm>
                <a:off x="8894396" y="2205659"/>
                <a:ext cx="184196" cy="184196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3" name="Oval 452">
                <a:extLst>
                  <a:ext uri="{FF2B5EF4-FFF2-40B4-BE49-F238E27FC236}">
                    <a16:creationId xmlns:a16="http://schemas.microsoft.com/office/drawing/2014/main" id="{B0B9E3D0-6788-5D4A-B9A0-3EDF7BD02658}"/>
                  </a:ext>
                </a:extLst>
              </p:cNvPr>
              <p:cNvSpPr/>
              <p:nvPr/>
            </p:nvSpPr>
            <p:spPr>
              <a:xfrm>
                <a:off x="8297830" y="983466"/>
                <a:ext cx="184196" cy="184196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54" name="Straight Connector 453">
                <a:extLst>
                  <a:ext uri="{FF2B5EF4-FFF2-40B4-BE49-F238E27FC236}">
                    <a16:creationId xmlns:a16="http://schemas.microsoft.com/office/drawing/2014/main" id="{46837695-86BC-FD4D-9AD3-A17A77055960}"/>
                  </a:ext>
                </a:extLst>
              </p:cNvPr>
              <p:cNvCxnSpPr>
                <a:cxnSpLocks/>
                <a:stCxn id="453" idx="6"/>
                <a:endCxn id="447" idx="2"/>
              </p:cNvCxnSpPr>
              <p:nvPr/>
            </p:nvCxnSpPr>
            <p:spPr>
              <a:xfrm flipV="1">
                <a:off x="8482026" y="773211"/>
                <a:ext cx="412370" cy="30235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5" name="Straight Connector 454">
                <a:extLst>
                  <a:ext uri="{FF2B5EF4-FFF2-40B4-BE49-F238E27FC236}">
                    <a16:creationId xmlns:a16="http://schemas.microsoft.com/office/drawing/2014/main" id="{1DE3D467-A526-294E-83DD-1E07E7EBA8A1}"/>
                  </a:ext>
                </a:extLst>
              </p:cNvPr>
              <p:cNvCxnSpPr>
                <a:cxnSpLocks/>
                <a:stCxn id="453" idx="6"/>
                <a:endCxn id="448" idx="2"/>
              </p:cNvCxnSpPr>
              <p:nvPr/>
            </p:nvCxnSpPr>
            <p:spPr>
              <a:xfrm>
                <a:off x="8482026" y="1075564"/>
                <a:ext cx="412370" cy="255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6" name="Straight Connector 455">
                <a:extLst>
                  <a:ext uri="{FF2B5EF4-FFF2-40B4-BE49-F238E27FC236}">
                    <a16:creationId xmlns:a16="http://schemas.microsoft.com/office/drawing/2014/main" id="{46D3605E-20E4-C54E-991B-DA7F12045BBA}"/>
                  </a:ext>
                </a:extLst>
              </p:cNvPr>
              <p:cNvCxnSpPr>
                <a:cxnSpLocks/>
                <a:stCxn id="453" idx="6"/>
                <a:endCxn id="450" idx="2"/>
              </p:cNvCxnSpPr>
              <p:nvPr/>
            </p:nvCxnSpPr>
            <p:spPr>
              <a:xfrm>
                <a:off x="8482026" y="1075564"/>
                <a:ext cx="412370" cy="61237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7" name="Straight Connector 456">
                <a:extLst>
                  <a:ext uri="{FF2B5EF4-FFF2-40B4-BE49-F238E27FC236}">
                    <a16:creationId xmlns:a16="http://schemas.microsoft.com/office/drawing/2014/main" id="{F21B97E1-84A5-D44B-B3DA-35AC5685609A}"/>
                  </a:ext>
                </a:extLst>
              </p:cNvPr>
              <p:cNvCxnSpPr>
                <a:cxnSpLocks/>
                <a:stCxn id="453" idx="6"/>
                <a:endCxn id="452" idx="2"/>
              </p:cNvCxnSpPr>
              <p:nvPr/>
            </p:nvCxnSpPr>
            <p:spPr>
              <a:xfrm>
                <a:off x="8482026" y="1075564"/>
                <a:ext cx="412370" cy="122219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8" name="Straight Connector 457">
                <a:extLst>
                  <a:ext uri="{FF2B5EF4-FFF2-40B4-BE49-F238E27FC236}">
                    <a16:creationId xmlns:a16="http://schemas.microsoft.com/office/drawing/2014/main" id="{F5C92B08-C06D-7C47-979C-DD686394DC26}"/>
                  </a:ext>
                </a:extLst>
              </p:cNvPr>
              <p:cNvCxnSpPr>
                <a:cxnSpLocks/>
                <a:stCxn id="453" idx="6"/>
                <a:endCxn id="449" idx="2"/>
              </p:cNvCxnSpPr>
              <p:nvPr/>
            </p:nvCxnSpPr>
            <p:spPr>
              <a:xfrm>
                <a:off x="8482026" y="1075564"/>
                <a:ext cx="412370" cy="30746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9" name="Straight Connector 458">
                <a:extLst>
                  <a:ext uri="{FF2B5EF4-FFF2-40B4-BE49-F238E27FC236}">
                    <a16:creationId xmlns:a16="http://schemas.microsoft.com/office/drawing/2014/main" id="{EFD273E1-A50E-0D40-A651-D745172272D0}"/>
                  </a:ext>
                </a:extLst>
              </p:cNvPr>
              <p:cNvCxnSpPr>
                <a:cxnSpLocks/>
                <a:stCxn id="453" idx="6"/>
                <a:endCxn id="451" idx="2"/>
              </p:cNvCxnSpPr>
              <p:nvPr/>
            </p:nvCxnSpPr>
            <p:spPr>
              <a:xfrm>
                <a:off x="8482026" y="1075564"/>
                <a:ext cx="412370" cy="91728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id="{51AD51F7-78FC-A54A-9CDC-2D109DD2DE6A}"/>
                </a:ext>
              </a:extLst>
            </p:cNvPr>
            <p:cNvGrpSpPr/>
            <p:nvPr/>
          </p:nvGrpSpPr>
          <p:grpSpPr>
            <a:xfrm>
              <a:off x="8293091" y="677701"/>
              <a:ext cx="787340" cy="1708742"/>
              <a:chOff x="8291252" y="681113"/>
              <a:chExt cx="787340" cy="1708742"/>
            </a:xfrm>
          </p:grpSpPr>
          <p:sp>
            <p:nvSpPr>
              <p:cNvPr id="434" name="Oval 433">
                <a:extLst>
                  <a:ext uri="{FF2B5EF4-FFF2-40B4-BE49-F238E27FC236}">
                    <a16:creationId xmlns:a16="http://schemas.microsoft.com/office/drawing/2014/main" id="{F420E561-E100-6D42-A3C4-576486A9C379}"/>
                  </a:ext>
                </a:extLst>
              </p:cNvPr>
              <p:cNvSpPr/>
              <p:nvPr/>
            </p:nvSpPr>
            <p:spPr>
              <a:xfrm>
                <a:off x="8894396" y="681113"/>
                <a:ext cx="184196" cy="184196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5" name="Oval 434">
                <a:extLst>
                  <a:ext uri="{FF2B5EF4-FFF2-40B4-BE49-F238E27FC236}">
                    <a16:creationId xmlns:a16="http://schemas.microsoft.com/office/drawing/2014/main" id="{8EB537FE-CF2A-2042-AFA3-DD66CE97832E}"/>
                  </a:ext>
                </a:extLst>
              </p:cNvPr>
              <p:cNvSpPr/>
              <p:nvPr/>
            </p:nvSpPr>
            <p:spPr>
              <a:xfrm>
                <a:off x="8894396" y="986022"/>
                <a:ext cx="184196" cy="184196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6" name="Oval 435">
                <a:extLst>
                  <a:ext uri="{FF2B5EF4-FFF2-40B4-BE49-F238E27FC236}">
                    <a16:creationId xmlns:a16="http://schemas.microsoft.com/office/drawing/2014/main" id="{95A4F347-72FD-1542-AA1D-31954EDE3EB5}"/>
                  </a:ext>
                </a:extLst>
              </p:cNvPr>
              <p:cNvSpPr/>
              <p:nvPr/>
            </p:nvSpPr>
            <p:spPr>
              <a:xfrm>
                <a:off x="8894396" y="1290931"/>
                <a:ext cx="184196" cy="184196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7" name="Oval 436">
                <a:extLst>
                  <a:ext uri="{FF2B5EF4-FFF2-40B4-BE49-F238E27FC236}">
                    <a16:creationId xmlns:a16="http://schemas.microsoft.com/office/drawing/2014/main" id="{E2045394-6E37-514E-8839-9F64BF4FFA2C}"/>
                  </a:ext>
                </a:extLst>
              </p:cNvPr>
              <p:cNvSpPr/>
              <p:nvPr/>
            </p:nvSpPr>
            <p:spPr>
              <a:xfrm>
                <a:off x="8894396" y="1595840"/>
                <a:ext cx="184196" cy="184196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8" name="Oval 437">
                <a:extLst>
                  <a:ext uri="{FF2B5EF4-FFF2-40B4-BE49-F238E27FC236}">
                    <a16:creationId xmlns:a16="http://schemas.microsoft.com/office/drawing/2014/main" id="{EB75C307-1EA9-EC45-9624-61F8085B8848}"/>
                  </a:ext>
                </a:extLst>
              </p:cNvPr>
              <p:cNvSpPr/>
              <p:nvPr/>
            </p:nvSpPr>
            <p:spPr>
              <a:xfrm>
                <a:off x="8894396" y="1900749"/>
                <a:ext cx="184196" cy="184196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9" name="Oval 438">
                <a:extLst>
                  <a:ext uri="{FF2B5EF4-FFF2-40B4-BE49-F238E27FC236}">
                    <a16:creationId xmlns:a16="http://schemas.microsoft.com/office/drawing/2014/main" id="{F1BB2C7E-CF99-D24F-BB9F-821498F57A44}"/>
                  </a:ext>
                </a:extLst>
              </p:cNvPr>
              <p:cNvSpPr/>
              <p:nvPr/>
            </p:nvSpPr>
            <p:spPr>
              <a:xfrm>
                <a:off x="8894396" y="2205659"/>
                <a:ext cx="184196" cy="184196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0" name="Oval 439">
                <a:extLst>
                  <a:ext uri="{FF2B5EF4-FFF2-40B4-BE49-F238E27FC236}">
                    <a16:creationId xmlns:a16="http://schemas.microsoft.com/office/drawing/2014/main" id="{967ED451-2DA8-9D46-8E59-F28E38B13E97}"/>
                  </a:ext>
                </a:extLst>
              </p:cNvPr>
              <p:cNvSpPr/>
              <p:nvPr/>
            </p:nvSpPr>
            <p:spPr>
              <a:xfrm>
                <a:off x="8291252" y="1279492"/>
                <a:ext cx="184196" cy="184196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41" name="Straight Connector 440">
                <a:extLst>
                  <a:ext uri="{FF2B5EF4-FFF2-40B4-BE49-F238E27FC236}">
                    <a16:creationId xmlns:a16="http://schemas.microsoft.com/office/drawing/2014/main" id="{38751B78-9C23-9947-B436-465A229B9283}"/>
                  </a:ext>
                </a:extLst>
              </p:cNvPr>
              <p:cNvCxnSpPr>
                <a:cxnSpLocks/>
                <a:stCxn id="440" idx="6"/>
                <a:endCxn id="434" idx="2"/>
              </p:cNvCxnSpPr>
              <p:nvPr/>
            </p:nvCxnSpPr>
            <p:spPr>
              <a:xfrm flipV="1">
                <a:off x="8475448" y="773211"/>
                <a:ext cx="418948" cy="59837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2" name="Straight Connector 441">
                <a:extLst>
                  <a:ext uri="{FF2B5EF4-FFF2-40B4-BE49-F238E27FC236}">
                    <a16:creationId xmlns:a16="http://schemas.microsoft.com/office/drawing/2014/main" id="{945CCEE1-AED8-544A-BE53-5DDBADFD9C52}"/>
                  </a:ext>
                </a:extLst>
              </p:cNvPr>
              <p:cNvCxnSpPr>
                <a:cxnSpLocks/>
                <a:stCxn id="440" idx="6"/>
                <a:endCxn id="435" idx="2"/>
              </p:cNvCxnSpPr>
              <p:nvPr/>
            </p:nvCxnSpPr>
            <p:spPr>
              <a:xfrm flipV="1">
                <a:off x="8475448" y="1078120"/>
                <a:ext cx="418948" cy="29347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3" name="Straight Connector 442">
                <a:extLst>
                  <a:ext uri="{FF2B5EF4-FFF2-40B4-BE49-F238E27FC236}">
                    <a16:creationId xmlns:a16="http://schemas.microsoft.com/office/drawing/2014/main" id="{23F2FC95-01D8-E343-B518-F57C3A5A812A}"/>
                  </a:ext>
                </a:extLst>
              </p:cNvPr>
              <p:cNvCxnSpPr>
                <a:cxnSpLocks/>
                <a:stCxn id="440" idx="6"/>
                <a:endCxn id="437" idx="2"/>
              </p:cNvCxnSpPr>
              <p:nvPr/>
            </p:nvCxnSpPr>
            <p:spPr>
              <a:xfrm>
                <a:off x="8475448" y="1371590"/>
                <a:ext cx="418948" cy="31634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4" name="Straight Connector 443">
                <a:extLst>
                  <a:ext uri="{FF2B5EF4-FFF2-40B4-BE49-F238E27FC236}">
                    <a16:creationId xmlns:a16="http://schemas.microsoft.com/office/drawing/2014/main" id="{626381AA-FB4B-FA4A-8969-C868FAA75373}"/>
                  </a:ext>
                </a:extLst>
              </p:cNvPr>
              <p:cNvCxnSpPr>
                <a:cxnSpLocks/>
                <a:stCxn id="440" idx="6"/>
                <a:endCxn id="439" idx="2"/>
              </p:cNvCxnSpPr>
              <p:nvPr/>
            </p:nvCxnSpPr>
            <p:spPr>
              <a:xfrm>
                <a:off x="8475448" y="1371590"/>
                <a:ext cx="418948" cy="92616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5" name="Straight Connector 444">
                <a:extLst>
                  <a:ext uri="{FF2B5EF4-FFF2-40B4-BE49-F238E27FC236}">
                    <a16:creationId xmlns:a16="http://schemas.microsoft.com/office/drawing/2014/main" id="{6B70D80E-25DE-594E-B132-D762AF8F0D54}"/>
                  </a:ext>
                </a:extLst>
              </p:cNvPr>
              <p:cNvCxnSpPr>
                <a:cxnSpLocks/>
                <a:stCxn id="440" idx="6"/>
                <a:endCxn id="436" idx="2"/>
              </p:cNvCxnSpPr>
              <p:nvPr/>
            </p:nvCxnSpPr>
            <p:spPr>
              <a:xfrm>
                <a:off x="8475448" y="1371590"/>
                <a:ext cx="418948" cy="1143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6" name="Straight Connector 445">
                <a:extLst>
                  <a:ext uri="{FF2B5EF4-FFF2-40B4-BE49-F238E27FC236}">
                    <a16:creationId xmlns:a16="http://schemas.microsoft.com/office/drawing/2014/main" id="{638A6CD7-7491-F748-9B67-F36CCB642AE3}"/>
                  </a:ext>
                </a:extLst>
              </p:cNvPr>
              <p:cNvCxnSpPr>
                <a:cxnSpLocks/>
                <a:stCxn id="440" idx="6"/>
                <a:endCxn id="438" idx="2"/>
              </p:cNvCxnSpPr>
              <p:nvPr/>
            </p:nvCxnSpPr>
            <p:spPr>
              <a:xfrm>
                <a:off x="8475448" y="1371590"/>
                <a:ext cx="418948" cy="62125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6" name="Group 375">
              <a:extLst>
                <a:ext uri="{FF2B5EF4-FFF2-40B4-BE49-F238E27FC236}">
                  <a16:creationId xmlns:a16="http://schemas.microsoft.com/office/drawing/2014/main" id="{8B849DFC-FCFD-BE4D-8B05-3A045D30DD23}"/>
                </a:ext>
              </a:extLst>
            </p:cNvPr>
            <p:cNvGrpSpPr/>
            <p:nvPr/>
          </p:nvGrpSpPr>
          <p:grpSpPr>
            <a:xfrm>
              <a:off x="8295306" y="681113"/>
              <a:ext cx="787340" cy="1708742"/>
              <a:chOff x="8291252" y="681113"/>
              <a:chExt cx="787340" cy="1708742"/>
            </a:xfrm>
          </p:grpSpPr>
          <p:sp>
            <p:nvSpPr>
              <p:cNvPr id="421" name="Oval 420">
                <a:extLst>
                  <a:ext uri="{FF2B5EF4-FFF2-40B4-BE49-F238E27FC236}">
                    <a16:creationId xmlns:a16="http://schemas.microsoft.com/office/drawing/2014/main" id="{AE8512B7-04CC-1847-B213-7681C5DE3D40}"/>
                  </a:ext>
                </a:extLst>
              </p:cNvPr>
              <p:cNvSpPr/>
              <p:nvPr/>
            </p:nvSpPr>
            <p:spPr>
              <a:xfrm>
                <a:off x="8894396" y="681113"/>
                <a:ext cx="184196" cy="184196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2" name="Oval 421">
                <a:extLst>
                  <a:ext uri="{FF2B5EF4-FFF2-40B4-BE49-F238E27FC236}">
                    <a16:creationId xmlns:a16="http://schemas.microsoft.com/office/drawing/2014/main" id="{DE6ADD71-4759-F74F-9220-30DAECBD5410}"/>
                  </a:ext>
                </a:extLst>
              </p:cNvPr>
              <p:cNvSpPr/>
              <p:nvPr/>
            </p:nvSpPr>
            <p:spPr>
              <a:xfrm>
                <a:off x="8894396" y="986022"/>
                <a:ext cx="184196" cy="184196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3" name="Oval 422">
                <a:extLst>
                  <a:ext uri="{FF2B5EF4-FFF2-40B4-BE49-F238E27FC236}">
                    <a16:creationId xmlns:a16="http://schemas.microsoft.com/office/drawing/2014/main" id="{94B40E4C-4B3E-F840-8AE2-68088087EF5D}"/>
                  </a:ext>
                </a:extLst>
              </p:cNvPr>
              <p:cNvSpPr/>
              <p:nvPr/>
            </p:nvSpPr>
            <p:spPr>
              <a:xfrm>
                <a:off x="8894396" y="1290931"/>
                <a:ext cx="184196" cy="184196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4" name="Oval 423">
                <a:extLst>
                  <a:ext uri="{FF2B5EF4-FFF2-40B4-BE49-F238E27FC236}">
                    <a16:creationId xmlns:a16="http://schemas.microsoft.com/office/drawing/2014/main" id="{C19766CE-954C-A34E-A8A9-EE228BBF82E0}"/>
                  </a:ext>
                </a:extLst>
              </p:cNvPr>
              <p:cNvSpPr/>
              <p:nvPr/>
            </p:nvSpPr>
            <p:spPr>
              <a:xfrm>
                <a:off x="8894396" y="1595840"/>
                <a:ext cx="184196" cy="184196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5" name="Oval 424">
                <a:extLst>
                  <a:ext uri="{FF2B5EF4-FFF2-40B4-BE49-F238E27FC236}">
                    <a16:creationId xmlns:a16="http://schemas.microsoft.com/office/drawing/2014/main" id="{5C86A25B-02BE-8842-8102-FB765AE52D36}"/>
                  </a:ext>
                </a:extLst>
              </p:cNvPr>
              <p:cNvSpPr/>
              <p:nvPr/>
            </p:nvSpPr>
            <p:spPr>
              <a:xfrm>
                <a:off x="8894396" y="1900749"/>
                <a:ext cx="184196" cy="184196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6" name="Oval 425">
                <a:extLst>
                  <a:ext uri="{FF2B5EF4-FFF2-40B4-BE49-F238E27FC236}">
                    <a16:creationId xmlns:a16="http://schemas.microsoft.com/office/drawing/2014/main" id="{6DCBD26A-C74B-4C48-8105-32550A03B76F}"/>
                  </a:ext>
                </a:extLst>
              </p:cNvPr>
              <p:cNvSpPr/>
              <p:nvPr/>
            </p:nvSpPr>
            <p:spPr>
              <a:xfrm>
                <a:off x="8894396" y="2205659"/>
                <a:ext cx="184196" cy="184196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7" name="Oval 426">
                <a:extLst>
                  <a:ext uri="{FF2B5EF4-FFF2-40B4-BE49-F238E27FC236}">
                    <a16:creationId xmlns:a16="http://schemas.microsoft.com/office/drawing/2014/main" id="{8E3214A2-E592-8F47-A33E-6B5042E1B512}"/>
                  </a:ext>
                </a:extLst>
              </p:cNvPr>
              <p:cNvSpPr/>
              <p:nvPr/>
            </p:nvSpPr>
            <p:spPr>
              <a:xfrm>
                <a:off x="8291252" y="1595265"/>
                <a:ext cx="184196" cy="184196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28" name="Straight Connector 427">
                <a:extLst>
                  <a:ext uri="{FF2B5EF4-FFF2-40B4-BE49-F238E27FC236}">
                    <a16:creationId xmlns:a16="http://schemas.microsoft.com/office/drawing/2014/main" id="{D9F3BE6B-4E3C-254A-AE90-5505C6AAEA8A}"/>
                  </a:ext>
                </a:extLst>
              </p:cNvPr>
              <p:cNvCxnSpPr>
                <a:cxnSpLocks/>
                <a:stCxn id="427" idx="6"/>
                <a:endCxn id="421" idx="2"/>
              </p:cNvCxnSpPr>
              <p:nvPr/>
            </p:nvCxnSpPr>
            <p:spPr>
              <a:xfrm flipV="1">
                <a:off x="8475448" y="773211"/>
                <a:ext cx="418948" cy="91415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9" name="Straight Connector 428">
                <a:extLst>
                  <a:ext uri="{FF2B5EF4-FFF2-40B4-BE49-F238E27FC236}">
                    <a16:creationId xmlns:a16="http://schemas.microsoft.com/office/drawing/2014/main" id="{F3A3728E-C7FD-0640-ADB8-6615BF552345}"/>
                  </a:ext>
                </a:extLst>
              </p:cNvPr>
              <p:cNvCxnSpPr>
                <a:cxnSpLocks/>
                <a:stCxn id="427" idx="6"/>
                <a:endCxn id="422" idx="2"/>
              </p:cNvCxnSpPr>
              <p:nvPr/>
            </p:nvCxnSpPr>
            <p:spPr>
              <a:xfrm flipV="1">
                <a:off x="8475448" y="1078120"/>
                <a:ext cx="418948" cy="60924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" name="Straight Connector 429">
                <a:extLst>
                  <a:ext uri="{FF2B5EF4-FFF2-40B4-BE49-F238E27FC236}">
                    <a16:creationId xmlns:a16="http://schemas.microsoft.com/office/drawing/2014/main" id="{BC2DACA5-F44B-BB4B-81F0-346C7B0EDA9C}"/>
                  </a:ext>
                </a:extLst>
              </p:cNvPr>
              <p:cNvCxnSpPr>
                <a:cxnSpLocks/>
                <a:stCxn id="427" idx="6"/>
                <a:endCxn id="424" idx="2"/>
              </p:cNvCxnSpPr>
              <p:nvPr/>
            </p:nvCxnSpPr>
            <p:spPr>
              <a:xfrm>
                <a:off x="8475448" y="1687363"/>
                <a:ext cx="418948" cy="57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1" name="Straight Connector 430">
                <a:extLst>
                  <a:ext uri="{FF2B5EF4-FFF2-40B4-BE49-F238E27FC236}">
                    <a16:creationId xmlns:a16="http://schemas.microsoft.com/office/drawing/2014/main" id="{83F58311-7847-EA41-AA30-DFF175D19BB1}"/>
                  </a:ext>
                </a:extLst>
              </p:cNvPr>
              <p:cNvCxnSpPr>
                <a:cxnSpLocks/>
                <a:stCxn id="427" idx="6"/>
                <a:endCxn id="426" idx="2"/>
              </p:cNvCxnSpPr>
              <p:nvPr/>
            </p:nvCxnSpPr>
            <p:spPr>
              <a:xfrm>
                <a:off x="8475448" y="1687363"/>
                <a:ext cx="418948" cy="61039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2" name="Straight Connector 431">
                <a:extLst>
                  <a:ext uri="{FF2B5EF4-FFF2-40B4-BE49-F238E27FC236}">
                    <a16:creationId xmlns:a16="http://schemas.microsoft.com/office/drawing/2014/main" id="{4FA212E5-948C-0246-B570-5F83C0993A39}"/>
                  </a:ext>
                </a:extLst>
              </p:cNvPr>
              <p:cNvCxnSpPr>
                <a:cxnSpLocks/>
                <a:stCxn id="427" idx="6"/>
                <a:endCxn id="423" idx="2"/>
              </p:cNvCxnSpPr>
              <p:nvPr/>
            </p:nvCxnSpPr>
            <p:spPr>
              <a:xfrm flipV="1">
                <a:off x="8475448" y="1383029"/>
                <a:ext cx="418948" cy="30433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3" name="Straight Connector 432">
                <a:extLst>
                  <a:ext uri="{FF2B5EF4-FFF2-40B4-BE49-F238E27FC236}">
                    <a16:creationId xmlns:a16="http://schemas.microsoft.com/office/drawing/2014/main" id="{7CA82C7C-61C3-3741-88D4-58C7C5444766}"/>
                  </a:ext>
                </a:extLst>
              </p:cNvPr>
              <p:cNvCxnSpPr>
                <a:cxnSpLocks/>
                <a:stCxn id="427" idx="6"/>
                <a:endCxn id="425" idx="2"/>
              </p:cNvCxnSpPr>
              <p:nvPr/>
            </p:nvCxnSpPr>
            <p:spPr>
              <a:xfrm>
                <a:off x="8475448" y="1687363"/>
                <a:ext cx="418948" cy="30548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7" name="Group 376">
              <a:extLst>
                <a:ext uri="{FF2B5EF4-FFF2-40B4-BE49-F238E27FC236}">
                  <a16:creationId xmlns:a16="http://schemas.microsoft.com/office/drawing/2014/main" id="{9BBB210E-35A7-C04F-9A1B-CC22588AD951}"/>
                </a:ext>
              </a:extLst>
            </p:cNvPr>
            <p:cNvGrpSpPr/>
            <p:nvPr/>
          </p:nvGrpSpPr>
          <p:grpSpPr>
            <a:xfrm>
              <a:off x="8291252" y="681113"/>
              <a:ext cx="787340" cy="1708742"/>
              <a:chOff x="8291252" y="681113"/>
              <a:chExt cx="787340" cy="1708742"/>
            </a:xfrm>
          </p:grpSpPr>
          <p:sp>
            <p:nvSpPr>
              <p:cNvPr id="408" name="Oval 407">
                <a:extLst>
                  <a:ext uri="{FF2B5EF4-FFF2-40B4-BE49-F238E27FC236}">
                    <a16:creationId xmlns:a16="http://schemas.microsoft.com/office/drawing/2014/main" id="{CBA62A31-7E5E-944B-9F2E-12B651444AF9}"/>
                  </a:ext>
                </a:extLst>
              </p:cNvPr>
              <p:cNvSpPr/>
              <p:nvPr/>
            </p:nvSpPr>
            <p:spPr>
              <a:xfrm>
                <a:off x="8894396" y="681113"/>
                <a:ext cx="184196" cy="184196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9" name="Oval 408">
                <a:extLst>
                  <a:ext uri="{FF2B5EF4-FFF2-40B4-BE49-F238E27FC236}">
                    <a16:creationId xmlns:a16="http://schemas.microsoft.com/office/drawing/2014/main" id="{C5AC9A69-A5F5-564B-9E4A-C7FC1C60ACC3}"/>
                  </a:ext>
                </a:extLst>
              </p:cNvPr>
              <p:cNvSpPr/>
              <p:nvPr/>
            </p:nvSpPr>
            <p:spPr>
              <a:xfrm>
                <a:off x="8894396" y="986022"/>
                <a:ext cx="184196" cy="184196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0" name="Oval 409">
                <a:extLst>
                  <a:ext uri="{FF2B5EF4-FFF2-40B4-BE49-F238E27FC236}">
                    <a16:creationId xmlns:a16="http://schemas.microsoft.com/office/drawing/2014/main" id="{8CA3D46C-A1BC-3547-9D88-0EF1AC393E0E}"/>
                  </a:ext>
                </a:extLst>
              </p:cNvPr>
              <p:cNvSpPr/>
              <p:nvPr/>
            </p:nvSpPr>
            <p:spPr>
              <a:xfrm>
                <a:off x="8894396" y="1290931"/>
                <a:ext cx="184196" cy="184196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1" name="Oval 410">
                <a:extLst>
                  <a:ext uri="{FF2B5EF4-FFF2-40B4-BE49-F238E27FC236}">
                    <a16:creationId xmlns:a16="http://schemas.microsoft.com/office/drawing/2014/main" id="{BFC6EA1C-1333-9B41-85AB-EC816D56911D}"/>
                  </a:ext>
                </a:extLst>
              </p:cNvPr>
              <p:cNvSpPr/>
              <p:nvPr/>
            </p:nvSpPr>
            <p:spPr>
              <a:xfrm>
                <a:off x="8894396" y="1595840"/>
                <a:ext cx="184196" cy="184196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2" name="Oval 411">
                <a:extLst>
                  <a:ext uri="{FF2B5EF4-FFF2-40B4-BE49-F238E27FC236}">
                    <a16:creationId xmlns:a16="http://schemas.microsoft.com/office/drawing/2014/main" id="{37DF636E-F50C-6F4D-B0ED-C2F3733D8F12}"/>
                  </a:ext>
                </a:extLst>
              </p:cNvPr>
              <p:cNvSpPr/>
              <p:nvPr/>
            </p:nvSpPr>
            <p:spPr>
              <a:xfrm>
                <a:off x="8894396" y="1900749"/>
                <a:ext cx="184196" cy="184196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3" name="Oval 412">
                <a:extLst>
                  <a:ext uri="{FF2B5EF4-FFF2-40B4-BE49-F238E27FC236}">
                    <a16:creationId xmlns:a16="http://schemas.microsoft.com/office/drawing/2014/main" id="{5152A7CC-1526-F544-A2FD-AD3973FFCFA7}"/>
                  </a:ext>
                </a:extLst>
              </p:cNvPr>
              <p:cNvSpPr/>
              <p:nvPr/>
            </p:nvSpPr>
            <p:spPr>
              <a:xfrm>
                <a:off x="8894396" y="2205659"/>
                <a:ext cx="184196" cy="184196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4" name="Oval 413">
                <a:extLst>
                  <a:ext uri="{FF2B5EF4-FFF2-40B4-BE49-F238E27FC236}">
                    <a16:creationId xmlns:a16="http://schemas.microsoft.com/office/drawing/2014/main" id="{F80AAC24-28A8-3445-90FE-D5055FE12AEF}"/>
                  </a:ext>
                </a:extLst>
              </p:cNvPr>
              <p:cNvSpPr/>
              <p:nvPr/>
            </p:nvSpPr>
            <p:spPr>
              <a:xfrm>
                <a:off x="8291252" y="1897871"/>
                <a:ext cx="184196" cy="184196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15" name="Straight Connector 414">
                <a:extLst>
                  <a:ext uri="{FF2B5EF4-FFF2-40B4-BE49-F238E27FC236}">
                    <a16:creationId xmlns:a16="http://schemas.microsoft.com/office/drawing/2014/main" id="{BF4D965C-B990-D743-829C-2903CFD8B46B}"/>
                  </a:ext>
                </a:extLst>
              </p:cNvPr>
              <p:cNvCxnSpPr>
                <a:cxnSpLocks/>
                <a:stCxn id="414" idx="6"/>
                <a:endCxn id="408" idx="2"/>
              </p:cNvCxnSpPr>
              <p:nvPr/>
            </p:nvCxnSpPr>
            <p:spPr>
              <a:xfrm flipV="1">
                <a:off x="8475448" y="773211"/>
                <a:ext cx="418948" cy="12167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6" name="Straight Connector 415">
                <a:extLst>
                  <a:ext uri="{FF2B5EF4-FFF2-40B4-BE49-F238E27FC236}">
                    <a16:creationId xmlns:a16="http://schemas.microsoft.com/office/drawing/2014/main" id="{ADD13597-7AE4-6D4B-9D7C-AAB573C3334D}"/>
                  </a:ext>
                </a:extLst>
              </p:cNvPr>
              <p:cNvCxnSpPr>
                <a:cxnSpLocks/>
                <a:stCxn id="414" idx="6"/>
                <a:endCxn id="409" idx="2"/>
              </p:cNvCxnSpPr>
              <p:nvPr/>
            </p:nvCxnSpPr>
            <p:spPr>
              <a:xfrm flipV="1">
                <a:off x="8475448" y="1078120"/>
                <a:ext cx="418948" cy="9118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7" name="Straight Connector 416">
                <a:extLst>
                  <a:ext uri="{FF2B5EF4-FFF2-40B4-BE49-F238E27FC236}">
                    <a16:creationId xmlns:a16="http://schemas.microsoft.com/office/drawing/2014/main" id="{3ACC91F1-C7C6-9042-A966-0C2E16AB9149}"/>
                  </a:ext>
                </a:extLst>
              </p:cNvPr>
              <p:cNvCxnSpPr>
                <a:cxnSpLocks/>
                <a:stCxn id="414" idx="6"/>
                <a:endCxn id="411" idx="2"/>
              </p:cNvCxnSpPr>
              <p:nvPr/>
            </p:nvCxnSpPr>
            <p:spPr>
              <a:xfrm flipV="1">
                <a:off x="8475448" y="1687938"/>
                <a:ext cx="418948" cy="30203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8" name="Straight Connector 417">
                <a:extLst>
                  <a:ext uri="{FF2B5EF4-FFF2-40B4-BE49-F238E27FC236}">
                    <a16:creationId xmlns:a16="http://schemas.microsoft.com/office/drawing/2014/main" id="{FFBC5DB1-6CFD-054A-BA15-A4143155738D}"/>
                  </a:ext>
                </a:extLst>
              </p:cNvPr>
              <p:cNvCxnSpPr>
                <a:cxnSpLocks/>
                <a:stCxn id="414" idx="6"/>
                <a:endCxn id="413" idx="2"/>
              </p:cNvCxnSpPr>
              <p:nvPr/>
            </p:nvCxnSpPr>
            <p:spPr>
              <a:xfrm>
                <a:off x="8475448" y="1989969"/>
                <a:ext cx="418948" cy="3077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" name="Straight Connector 418">
                <a:extLst>
                  <a:ext uri="{FF2B5EF4-FFF2-40B4-BE49-F238E27FC236}">
                    <a16:creationId xmlns:a16="http://schemas.microsoft.com/office/drawing/2014/main" id="{5A652B3A-3CC6-024B-AC0B-0278C7F87A7D}"/>
                  </a:ext>
                </a:extLst>
              </p:cNvPr>
              <p:cNvCxnSpPr>
                <a:cxnSpLocks/>
                <a:stCxn id="414" idx="6"/>
                <a:endCxn id="410" idx="2"/>
              </p:cNvCxnSpPr>
              <p:nvPr/>
            </p:nvCxnSpPr>
            <p:spPr>
              <a:xfrm flipV="1">
                <a:off x="8475448" y="1383029"/>
                <a:ext cx="418948" cy="60694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" name="Straight Connector 419">
                <a:extLst>
                  <a:ext uri="{FF2B5EF4-FFF2-40B4-BE49-F238E27FC236}">
                    <a16:creationId xmlns:a16="http://schemas.microsoft.com/office/drawing/2014/main" id="{4D7F7D89-95B9-9E4D-84CA-02A4834FA53D}"/>
                  </a:ext>
                </a:extLst>
              </p:cNvPr>
              <p:cNvCxnSpPr>
                <a:cxnSpLocks/>
                <a:stCxn id="414" idx="6"/>
                <a:endCxn id="412" idx="2"/>
              </p:cNvCxnSpPr>
              <p:nvPr/>
            </p:nvCxnSpPr>
            <p:spPr>
              <a:xfrm>
                <a:off x="8475448" y="1989969"/>
                <a:ext cx="418948" cy="287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8" name="Group 377">
              <a:extLst>
                <a:ext uri="{FF2B5EF4-FFF2-40B4-BE49-F238E27FC236}">
                  <a16:creationId xmlns:a16="http://schemas.microsoft.com/office/drawing/2014/main" id="{3F3551CB-DBEB-CD46-A00F-FCF5C9235064}"/>
                </a:ext>
              </a:extLst>
            </p:cNvPr>
            <p:cNvGrpSpPr/>
            <p:nvPr/>
          </p:nvGrpSpPr>
          <p:grpSpPr>
            <a:xfrm>
              <a:off x="8293699" y="680994"/>
              <a:ext cx="1251585" cy="1708742"/>
              <a:chOff x="8291252" y="681113"/>
              <a:chExt cx="1251585" cy="1708742"/>
            </a:xfrm>
          </p:grpSpPr>
          <p:sp>
            <p:nvSpPr>
              <p:cNvPr id="383" name="Oval 382">
                <a:extLst>
                  <a:ext uri="{FF2B5EF4-FFF2-40B4-BE49-F238E27FC236}">
                    <a16:creationId xmlns:a16="http://schemas.microsoft.com/office/drawing/2014/main" id="{234A5FC6-D0AF-E347-AE80-E85CA3FCB4A2}"/>
                  </a:ext>
                </a:extLst>
              </p:cNvPr>
              <p:cNvSpPr/>
              <p:nvPr/>
            </p:nvSpPr>
            <p:spPr>
              <a:xfrm>
                <a:off x="8894396" y="681113"/>
                <a:ext cx="184196" cy="184196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4" name="Oval 383">
                <a:extLst>
                  <a:ext uri="{FF2B5EF4-FFF2-40B4-BE49-F238E27FC236}">
                    <a16:creationId xmlns:a16="http://schemas.microsoft.com/office/drawing/2014/main" id="{7CB1495B-F311-5F43-B00D-7BDE7352FFC0}"/>
                  </a:ext>
                </a:extLst>
              </p:cNvPr>
              <p:cNvSpPr/>
              <p:nvPr/>
            </p:nvSpPr>
            <p:spPr>
              <a:xfrm>
                <a:off x="8894396" y="986022"/>
                <a:ext cx="184196" cy="184196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5" name="Oval 384">
                <a:extLst>
                  <a:ext uri="{FF2B5EF4-FFF2-40B4-BE49-F238E27FC236}">
                    <a16:creationId xmlns:a16="http://schemas.microsoft.com/office/drawing/2014/main" id="{970752F1-0BF6-B446-B5CD-B860F15A6CB3}"/>
                  </a:ext>
                </a:extLst>
              </p:cNvPr>
              <p:cNvSpPr/>
              <p:nvPr/>
            </p:nvSpPr>
            <p:spPr>
              <a:xfrm>
                <a:off x="8894396" y="1290931"/>
                <a:ext cx="184196" cy="184196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6" name="Oval 385">
                <a:extLst>
                  <a:ext uri="{FF2B5EF4-FFF2-40B4-BE49-F238E27FC236}">
                    <a16:creationId xmlns:a16="http://schemas.microsoft.com/office/drawing/2014/main" id="{D7B64C1E-9E74-0F41-8ECD-E858A87221E3}"/>
                  </a:ext>
                </a:extLst>
              </p:cNvPr>
              <p:cNvSpPr/>
              <p:nvPr/>
            </p:nvSpPr>
            <p:spPr>
              <a:xfrm>
                <a:off x="8894396" y="1595840"/>
                <a:ext cx="184196" cy="184196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7" name="Oval 386">
                <a:extLst>
                  <a:ext uri="{FF2B5EF4-FFF2-40B4-BE49-F238E27FC236}">
                    <a16:creationId xmlns:a16="http://schemas.microsoft.com/office/drawing/2014/main" id="{20A5698F-05CB-2C42-B15A-FA9D11D574C6}"/>
                  </a:ext>
                </a:extLst>
              </p:cNvPr>
              <p:cNvSpPr/>
              <p:nvPr/>
            </p:nvSpPr>
            <p:spPr>
              <a:xfrm>
                <a:off x="8894396" y="1900749"/>
                <a:ext cx="184196" cy="184196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8" name="Oval 387">
                <a:extLst>
                  <a:ext uri="{FF2B5EF4-FFF2-40B4-BE49-F238E27FC236}">
                    <a16:creationId xmlns:a16="http://schemas.microsoft.com/office/drawing/2014/main" id="{7FDB6A0B-D031-C44C-9DEC-130C5C8EFDED}"/>
                  </a:ext>
                </a:extLst>
              </p:cNvPr>
              <p:cNvSpPr/>
              <p:nvPr/>
            </p:nvSpPr>
            <p:spPr>
              <a:xfrm>
                <a:off x="8894396" y="2205659"/>
                <a:ext cx="184196" cy="184196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9" name="Oval 388">
                <a:extLst>
                  <a:ext uri="{FF2B5EF4-FFF2-40B4-BE49-F238E27FC236}">
                    <a16:creationId xmlns:a16="http://schemas.microsoft.com/office/drawing/2014/main" id="{07607369-F3DE-474C-BD96-C2F18A0558B8}"/>
                  </a:ext>
                </a:extLst>
              </p:cNvPr>
              <p:cNvSpPr/>
              <p:nvPr/>
            </p:nvSpPr>
            <p:spPr>
              <a:xfrm>
                <a:off x="8291252" y="2200473"/>
                <a:ext cx="184196" cy="184196"/>
              </a:xfrm>
              <a:prstGeom prst="ellipse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90" name="Straight Connector 389">
                <a:extLst>
                  <a:ext uri="{FF2B5EF4-FFF2-40B4-BE49-F238E27FC236}">
                    <a16:creationId xmlns:a16="http://schemas.microsoft.com/office/drawing/2014/main" id="{A7286244-FC36-A24A-8F4A-9EE9210BD1CA}"/>
                  </a:ext>
                </a:extLst>
              </p:cNvPr>
              <p:cNvCxnSpPr>
                <a:cxnSpLocks/>
                <a:stCxn id="389" idx="6"/>
                <a:endCxn id="383" idx="2"/>
              </p:cNvCxnSpPr>
              <p:nvPr/>
            </p:nvCxnSpPr>
            <p:spPr>
              <a:xfrm flipV="1">
                <a:off x="8475448" y="773211"/>
                <a:ext cx="418948" cy="151936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1" name="Straight Connector 390">
                <a:extLst>
                  <a:ext uri="{FF2B5EF4-FFF2-40B4-BE49-F238E27FC236}">
                    <a16:creationId xmlns:a16="http://schemas.microsoft.com/office/drawing/2014/main" id="{8E9B8F5F-D355-2640-92C0-922EBD0A33A9}"/>
                  </a:ext>
                </a:extLst>
              </p:cNvPr>
              <p:cNvCxnSpPr>
                <a:cxnSpLocks/>
                <a:stCxn id="389" idx="6"/>
                <a:endCxn id="384" idx="2"/>
              </p:cNvCxnSpPr>
              <p:nvPr/>
            </p:nvCxnSpPr>
            <p:spPr>
              <a:xfrm flipV="1">
                <a:off x="8475448" y="1078120"/>
                <a:ext cx="418948" cy="121445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2" name="Straight Connector 391">
                <a:extLst>
                  <a:ext uri="{FF2B5EF4-FFF2-40B4-BE49-F238E27FC236}">
                    <a16:creationId xmlns:a16="http://schemas.microsoft.com/office/drawing/2014/main" id="{3F636BDE-13EE-4E44-A6FE-AF2401E05EC6}"/>
                  </a:ext>
                </a:extLst>
              </p:cNvPr>
              <p:cNvCxnSpPr>
                <a:cxnSpLocks/>
                <a:stCxn id="389" idx="6"/>
                <a:endCxn id="386" idx="2"/>
              </p:cNvCxnSpPr>
              <p:nvPr/>
            </p:nvCxnSpPr>
            <p:spPr>
              <a:xfrm flipV="1">
                <a:off x="8475448" y="1687938"/>
                <a:ext cx="418948" cy="60463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EE8F4C56-8F73-1546-812A-E197B13C583D}"/>
                  </a:ext>
                </a:extLst>
              </p:cNvPr>
              <p:cNvCxnSpPr>
                <a:cxnSpLocks/>
                <a:stCxn id="389" idx="6"/>
                <a:endCxn id="388" idx="2"/>
              </p:cNvCxnSpPr>
              <p:nvPr/>
            </p:nvCxnSpPr>
            <p:spPr>
              <a:xfrm>
                <a:off x="8475448" y="2292571"/>
                <a:ext cx="418948" cy="518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4" name="Straight Connector 393">
                <a:extLst>
                  <a:ext uri="{FF2B5EF4-FFF2-40B4-BE49-F238E27FC236}">
                    <a16:creationId xmlns:a16="http://schemas.microsoft.com/office/drawing/2014/main" id="{6D9C63E4-B1D6-CE45-BB0C-2404643C52C8}"/>
                  </a:ext>
                </a:extLst>
              </p:cNvPr>
              <p:cNvCxnSpPr>
                <a:cxnSpLocks/>
                <a:stCxn id="389" idx="6"/>
                <a:endCxn id="385" idx="2"/>
              </p:cNvCxnSpPr>
              <p:nvPr/>
            </p:nvCxnSpPr>
            <p:spPr>
              <a:xfrm flipV="1">
                <a:off x="8475448" y="1383029"/>
                <a:ext cx="418948" cy="90954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5" name="Straight Connector 394">
                <a:extLst>
                  <a:ext uri="{FF2B5EF4-FFF2-40B4-BE49-F238E27FC236}">
                    <a16:creationId xmlns:a16="http://schemas.microsoft.com/office/drawing/2014/main" id="{5D63AA3C-006D-C04D-98DD-C39E88D1560F}"/>
                  </a:ext>
                </a:extLst>
              </p:cNvPr>
              <p:cNvCxnSpPr>
                <a:cxnSpLocks/>
                <a:stCxn id="389" idx="6"/>
                <a:endCxn id="387" idx="2"/>
              </p:cNvCxnSpPr>
              <p:nvPr/>
            </p:nvCxnSpPr>
            <p:spPr>
              <a:xfrm flipV="1">
                <a:off x="8475448" y="1992847"/>
                <a:ext cx="418948" cy="29972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6" name="Straight Connector 395">
                <a:extLst>
                  <a:ext uri="{FF2B5EF4-FFF2-40B4-BE49-F238E27FC236}">
                    <a16:creationId xmlns:a16="http://schemas.microsoft.com/office/drawing/2014/main" id="{68D8B0B4-105B-A74C-B03B-1ACE690F79BC}"/>
                  </a:ext>
                </a:extLst>
              </p:cNvPr>
              <p:cNvCxnSpPr>
                <a:cxnSpLocks/>
                <a:stCxn id="388" idx="6"/>
                <a:endCxn id="369" idx="2"/>
              </p:cNvCxnSpPr>
              <p:nvPr/>
            </p:nvCxnSpPr>
            <p:spPr>
              <a:xfrm flipV="1">
                <a:off x="9078592" y="1637894"/>
                <a:ext cx="464245" cy="65986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7" name="Straight Connector 396">
                <a:extLst>
                  <a:ext uri="{FF2B5EF4-FFF2-40B4-BE49-F238E27FC236}">
                    <a16:creationId xmlns:a16="http://schemas.microsoft.com/office/drawing/2014/main" id="{300EE360-690D-5D47-B244-7AFE6550B279}"/>
                  </a:ext>
                </a:extLst>
              </p:cNvPr>
              <p:cNvCxnSpPr>
                <a:cxnSpLocks/>
                <a:stCxn id="387" idx="6"/>
                <a:endCxn id="369" idx="2"/>
              </p:cNvCxnSpPr>
              <p:nvPr/>
            </p:nvCxnSpPr>
            <p:spPr>
              <a:xfrm flipV="1">
                <a:off x="9078592" y="1637894"/>
                <a:ext cx="464245" cy="35495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8" name="Straight Connector 397">
                <a:extLst>
                  <a:ext uri="{FF2B5EF4-FFF2-40B4-BE49-F238E27FC236}">
                    <a16:creationId xmlns:a16="http://schemas.microsoft.com/office/drawing/2014/main" id="{63C8CA40-B47E-A945-A864-230E2E0DBD63}"/>
                  </a:ext>
                </a:extLst>
              </p:cNvPr>
              <p:cNvCxnSpPr>
                <a:cxnSpLocks/>
                <a:stCxn id="386" idx="6"/>
                <a:endCxn id="369" idx="2"/>
              </p:cNvCxnSpPr>
              <p:nvPr/>
            </p:nvCxnSpPr>
            <p:spPr>
              <a:xfrm flipV="1">
                <a:off x="9078592" y="1637894"/>
                <a:ext cx="464245" cy="5004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" name="Straight Connector 398">
                <a:extLst>
                  <a:ext uri="{FF2B5EF4-FFF2-40B4-BE49-F238E27FC236}">
                    <a16:creationId xmlns:a16="http://schemas.microsoft.com/office/drawing/2014/main" id="{050A0A98-AB36-2840-A5A4-FC9E392E3A92}"/>
                  </a:ext>
                </a:extLst>
              </p:cNvPr>
              <p:cNvCxnSpPr>
                <a:cxnSpLocks/>
                <a:stCxn id="385" idx="6"/>
                <a:endCxn id="369" idx="2"/>
              </p:cNvCxnSpPr>
              <p:nvPr/>
            </p:nvCxnSpPr>
            <p:spPr>
              <a:xfrm>
                <a:off x="9078592" y="1383029"/>
                <a:ext cx="464245" cy="25486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0" name="Straight Connector 399">
                <a:extLst>
                  <a:ext uri="{FF2B5EF4-FFF2-40B4-BE49-F238E27FC236}">
                    <a16:creationId xmlns:a16="http://schemas.microsoft.com/office/drawing/2014/main" id="{B9E3477D-60FD-3247-AFB0-417BF824348C}"/>
                  </a:ext>
                </a:extLst>
              </p:cNvPr>
              <p:cNvCxnSpPr>
                <a:cxnSpLocks/>
                <a:stCxn id="384" idx="6"/>
                <a:endCxn id="369" idx="2"/>
              </p:cNvCxnSpPr>
              <p:nvPr/>
            </p:nvCxnSpPr>
            <p:spPr>
              <a:xfrm>
                <a:off x="9078592" y="1078120"/>
                <a:ext cx="464245" cy="55977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64DA9910-525D-3C45-8EA5-1534DDFDE8F1}"/>
                  </a:ext>
                </a:extLst>
              </p:cNvPr>
              <p:cNvCxnSpPr>
                <a:cxnSpLocks/>
                <a:stCxn id="383" idx="6"/>
                <a:endCxn id="369" idx="2"/>
              </p:cNvCxnSpPr>
              <p:nvPr/>
            </p:nvCxnSpPr>
            <p:spPr>
              <a:xfrm>
                <a:off x="9078592" y="773211"/>
                <a:ext cx="464245" cy="86468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E7237D3F-537F-2845-B86A-C01A9266E128}"/>
                  </a:ext>
                </a:extLst>
              </p:cNvPr>
              <p:cNvCxnSpPr>
                <a:cxnSpLocks/>
                <a:stCxn id="384" idx="6"/>
                <a:endCxn id="368" idx="2"/>
              </p:cNvCxnSpPr>
              <p:nvPr/>
            </p:nvCxnSpPr>
            <p:spPr>
              <a:xfrm>
                <a:off x="9078592" y="1078120"/>
                <a:ext cx="464245" cy="25486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3" name="Straight Connector 402">
                <a:extLst>
                  <a:ext uri="{FF2B5EF4-FFF2-40B4-BE49-F238E27FC236}">
                    <a16:creationId xmlns:a16="http://schemas.microsoft.com/office/drawing/2014/main" id="{CC075CB9-1012-F640-89FD-58988E047F4C}"/>
                  </a:ext>
                </a:extLst>
              </p:cNvPr>
              <p:cNvCxnSpPr>
                <a:cxnSpLocks/>
                <a:stCxn id="385" idx="6"/>
                <a:endCxn id="368" idx="2"/>
              </p:cNvCxnSpPr>
              <p:nvPr/>
            </p:nvCxnSpPr>
            <p:spPr>
              <a:xfrm flipV="1">
                <a:off x="9078592" y="1332985"/>
                <a:ext cx="464245" cy="5004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4" name="Straight Connector 403">
                <a:extLst>
                  <a:ext uri="{FF2B5EF4-FFF2-40B4-BE49-F238E27FC236}">
                    <a16:creationId xmlns:a16="http://schemas.microsoft.com/office/drawing/2014/main" id="{BBF30991-16DA-FD4B-9788-B8FBF7E66590}"/>
                  </a:ext>
                </a:extLst>
              </p:cNvPr>
              <p:cNvCxnSpPr>
                <a:cxnSpLocks/>
                <a:stCxn id="385" idx="6"/>
                <a:endCxn id="369" idx="2"/>
              </p:cNvCxnSpPr>
              <p:nvPr/>
            </p:nvCxnSpPr>
            <p:spPr>
              <a:xfrm>
                <a:off x="9078592" y="1383029"/>
                <a:ext cx="464245" cy="25486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5" name="Straight Connector 404">
                <a:extLst>
                  <a:ext uri="{FF2B5EF4-FFF2-40B4-BE49-F238E27FC236}">
                    <a16:creationId xmlns:a16="http://schemas.microsoft.com/office/drawing/2014/main" id="{0EC9ECB8-C662-CC41-804E-2895E5E008F5}"/>
                  </a:ext>
                </a:extLst>
              </p:cNvPr>
              <p:cNvCxnSpPr>
                <a:cxnSpLocks/>
                <a:stCxn id="386" idx="6"/>
                <a:endCxn id="368" idx="2"/>
              </p:cNvCxnSpPr>
              <p:nvPr/>
            </p:nvCxnSpPr>
            <p:spPr>
              <a:xfrm flipV="1">
                <a:off x="9078592" y="1332985"/>
                <a:ext cx="464245" cy="354953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6" name="Straight Connector 405">
                <a:extLst>
                  <a:ext uri="{FF2B5EF4-FFF2-40B4-BE49-F238E27FC236}">
                    <a16:creationId xmlns:a16="http://schemas.microsoft.com/office/drawing/2014/main" id="{E338905D-5129-0A43-9967-DAD0DDF5B80D}"/>
                  </a:ext>
                </a:extLst>
              </p:cNvPr>
              <p:cNvCxnSpPr>
                <a:cxnSpLocks/>
                <a:stCxn id="425" idx="6"/>
                <a:endCxn id="368" idx="2"/>
              </p:cNvCxnSpPr>
              <p:nvPr/>
            </p:nvCxnSpPr>
            <p:spPr>
              <a:xfrm flipV="1">
                <a:off x="9080199" y="1332985"/>
                <a:ext cx="462638" cy="65998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7" name="Straight Connector 406">
                <a:extLst>
                  <a:ext uri="{FF2B5EF4-FFF2-40B4-BE49-F238E27FC236}">
                    <a16:creationId xmlns:a16="http://schemas.microsoft.com/office/drawing/2014/main" id="{EBC8F4A2-CE17-7742-BB62-41CBC080A2E2}"/>
                  </a:ext>
                </a:extLst>
              </p:cNvPr>
              <p:cNvCxnSpPr>
                <a:cxnSpLocks/>
                <a:stCxn id="388" idx="6"/>
                <a:endCxn id="368" idx="2"/>
              </p:cNvCxnSpPr>
              <p:nvPr/>
            </p:nvCxnSpPr>
            <p:spPr>
              <a:xfrm flipV="1">
                <a:off x="9078592" y="1332985"/>
                <a:ext cx="464245" cy="96477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E662098D-7525-BA49-9206-2E20E72CDD3F}"/>
                </a:ext>
              </a:extLst>
            </p:cNvPr>
            <p:cNvSpPr/>
            <p:nvPr/>
          </p:nvSpPr>
          <p:spPr>
            <a:xfrm>
              <a:off x="7831138" y="646500"/>
              <a:ext cx="184196" cy="189969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A</a:t>
              </a:r>
            </a:p>
          </p:txBody>
        </p:sp>
        <p:sp>
          <p:nvSpPr>
            <p:cNvPr id="380" name="Rectangle 379">
              <a:extLst>
                <a:ext uri="{FF2B5EF4-FFF2-40B4-BE49-F238E27FC236}">
                  <a16:creationId xmlns:a16="http://schemas.microsoft.com/office/drawing/2014/main" id="{0670D249-B532-C54E-8068-D71C283EF205}"/>
                </a:ext>
              </a:extLst>
            </p:cNvPr>
            <p:cNvSpPr/>
            <p:nvPr/>
          </p:nvSpPr>
          <p:spPr>
            <a:xfrm>
              <a:off x="8297830" y="423594"/>
              <a:ext cx="184196" cy="189969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A</a:t>
              </a:r>
            </a:p>
          </p:txBody>
        </p:sp>
        <p:sp>
          <p:nvSpPr>
            <p:cNvPr id="381" name="Rectangle 380">
              <a:extLst>
                <a:ext uri="{FF2B5EF4-FFF2-40B4-BE49-F238E27FC236}">
                  <a16:creationId xmlns:a16="http://schemas.microsoft.com/office/drawing/2014/main" id="{0B35305F-DEDC-DB49-A0C2-4FC7F4B0C89E}"/>
                </a:ext>
              </a:extLst>
            </p:cNvPr>
            <p:cNvSpPr/>
            <p:nvPr/>
          </p:nvSpPr>
          <p:spPr>
            <a:xfrm>
              <a:off x="8896842" y="406253"/>
              <a:ext cx="184196" cy="189969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A</a:t>
              </a:r>
            </a:p>
          </p:txBody>
        </p:sp>
        <p:sp>
          <p:nvSpPr>
            <p:cNvPr id="382" name="Rectangle 381">
              <a:extLst>
                <a:ext uri="{FF2B5EF4-FFF2-40B4-BE49-F238E27FC236}">
                  <a16:creationId xmlns:a16="http://schemas.microsoft.com/office/drawing/2014/main" id="{0CD060B2-28C1-1743-9002-C3B4D595E854}"/>
                </a:ext>
              </a:extLst>
            </p:cNvPr>
            <p:cNvSpPr/>
            <p:nvPr/>
          </p:nvSpPr>
          <p:spPr>
            <a:xfrm>
              <a:off x="9531657" y="979198"/>
              <a:ext cx="184196" cy="189969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A</a:t>
              </a:r>
            </a:p>
          </p:txBody>
        </p:sp>
      </p:grpSp>
      <p:sp>
        <p:nvSpPr>
          <p:cNvPr id="308" name="Right Arrow 307">
            <a:extLst>
              <a:ext uri="{FF2B5EF4-FFF2-40B4-BE49-F238E27FC236}">
                <a16:creationId xmlns:a16="http://schemas.microsoft.com/office/drawing/2014/main" id="{4BAECF56-1808-384A-98C2-FF9744195C02}"/>
              </a:ext>
            </a:extLst>
          </p:cNvPr>
          <p:cNvSpPr/>
          <p:nvPr/>
        </p:nvSpPr>
        <p:spPr>
          <a:xfrm>
            <a:off x="195600" y="568324"/>
            <a:ext cx="8836781" cy="501798"/>
          </a:xfrm>
          <a:prstGeom prst="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Forward Pass</a:t>
            </a:r>
          </a:p>
        </p:txBody>
      </p:sp>
      <p:sp>
        <p:nvSpPr>
          <p:cNvPr id="309" name="Right Arrow 308">
            <a:extLst>
              <a:ext uri="{FF2B5EF4-FFF2-40B4-BE49-F238E27FC236}">
                <a16:creationId xmlns:a16="http://schemas.microsoft.com/office/drawing/2014/main" id="{0104841D-B610-CA49-9DE8-AFED8F1FE693}"/>
              </a:ext>
            </a:extLst>
          </p:cNvPr>
          <p:cNvSpPr/>
          <p:nvPr/>
        </p:nvSpPr>
        <p:spPr>
          <a:xfrm rot="10800000" flipV="1">
            <a:off x="195600" y="3941998"/>
            <a:ext cx="8836780" cy="501798"/>
          </a:xfrm>
          <a:prstGeom prst="rightArrow">
            <a:avLst/>
          </a:prstGeom>
          <a:solidFill>
            <a:srgbClr val="EA838C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Backward Pass</a:t>
            </a:r>
          </a:p>
        </p:txBody>
      </p:sp>
      <p:sp>
        <p:nvSpPr>
          <p:cNvPr id="310" name="Oval 309">
            <a:extLst>
              <a:ext uri="{FF2B5EF4-FFF2-40B4-BE49-F238E27FC236}">
                <a16:creationId xmlns:a16="http://schemas.microsoft.com/office/drawing/2014/main" id="{56A6F24E-A32B-B24C-8C56-B3D425A175B4}"/>
              </a:ext>
            </a:extLst>
          </p:cNvPr>
          <p:cNvSpPr/>
          <p:nvPr/>
        </p:nvSpPr>
        <p:spPr>
          <a:xfrm>
            <a:off x="408846" y="1313755"/>
            <a:ext cx="2453750" cy="245375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 descr="Cat">
            <a:extLst>
              <a:ext uri="{FF2B5EF4-FFF2-40B4-BE49-F238E27FC236}">
                <a16:creationId xmlns:a16="http://schemas.microsoft.com/office/drawing/2014/main" id="{30E9EAA2-FF30-AD4A-9993-73672085DD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833" y="1976174"/>
            <a:ext cx="914400" cy="914400"/>
          </a:xfrm>
          <a:prstGeom prst="rect">
            <a:avLst/>
          </a:prstGeom>
        </p:spPr>
      </p:pic>
      <p:pic>
        <p:nvPicPr>
          <p:cNvPr id="8" name="Graphic 7" descr="Puppy">
            <a:extLst>
              <a:ext uri="{FF2B5EF4-FFF2-40B4-BE49-F238E27FC236}">
                <a16:creationId xmlns:a16="http://schemas.microsoft.com/office/drawing/2014/main" id="{4DF34E3A-65A8-054E-892A-EFBFC58109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35282" y="1976174"/>
            <a:ext cx="914400" cy="914400"/>
          </a:xfrm>
          <a:prstGeom prst="rect">
            <a:avLst/>
          </a:prstGeom>
        </p:spPr>
      </p:pic>
      <p:sp>
        <p:nvSpPr>
          <p:cNvPr id="317" name="TextBox 316">
            <a:extLst>
              <a:ext uri="{FF2B5EF4-FFF2-40B4-BE49-F238E27FC236}">
                <a16:creationId xmlns:a16="http://schemas.microsoft.com/office/drawing/2014/main" id="{08191E29-A0F9-B544-9931-76D518751284}"/>
              </a:ext>
            </a:extLst>
          </p:cNvPr>
          <p:cNvSpPr txBox="1"/>
          <p:nvPr/>
        </p:nvSpPr>
        <p:spPr>
          <a:xfrm>
            <a:off x="1307503" y="3275111"/>
            <a:ext cx="5741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Input</a:t>
            </a:r>
          </a:p>
        </p:txBody>
      </p:sp>
    </p:spTree>
    <p:extLst>
      <p:ext uri="{BB962C8B-B14F-4D97-AF65-F5344CB8AC3E}">
        <p14:creationId xmlns:p14="http://schemas.microsoft.com/office/powerpoint/2010/main" val="2029336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Oval 345">
            <a:extLst>
              <a:ext uri="{FF2B5EF4-FFF2-40B4-BE49-F238E27FC236}">
                <a16:creationId xmlns:a16="http://schemas.microsoft.com/office/drawing/2014/main" id="{EFC46B39-4969-3F4A-BF08-F8B9FA7A5966}"/>
              </a:ext>
            </a:extLst>
          </p:cNvPr>
          <p:cNvSpPr/>
          <p:nvPr/>
        </p:nvSpPr>
        <p:spPr>
          <a:xfrm>
            <a:off x="6504660" y="2215381"/>
            <a:ext cx="184196" cy="184196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7" name="Oval 346">
            <a:extLst>
              <a:ext uri="{FF2B5EF4-FFF2-40B4-BE49-F238E27FC236}">
                <a16:creationId xmlns:a16="http://schemas.microsoft.com/office/drawing/2014/main" id="{C9607B67-AB0F-2E4A-B3DA-3AC37CAD1219}"/>
              </a:ext>
            </a:extLst>
          </p:cNvPr>
          <p:cNvSpPr/>
          <p:nvPr/>
        </p:nvSpPr>
        <p:spPr>
          <a:xfrm>
            <a:off x="6504660" y="1932098"/>
            <a:ext cx="184196" cy="184196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8" name="Oval 347">
            <a:extLst>
              <a:ext uri="{FF2B5EF4-FFF2-40B4-BE49-F238E27FC236}">
                <a16:creationId xmlns:a16="http://schemas.microsoft.com/office/drawing/2014/main" id="{725DC0F0-BC4F-1248-B74C-C7658FDEFF41}"/>
              </a:ext>
            </a:extLst>
          </p:cNvPr>
          <p:cNvSpPr/>
          <p:nvPr/>
        </p:nvSpPr>
        <p:spPr>
          <a:xfrm>
            <a:off x="6989819" y="2036367"/>
            <a:ext cx="184196" cy="184196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9" name="Oval 348">
            <a:extLst>
              <a:ext uri="{FF2B5EF4-FFF2-40B4-BE49-F238E27FC236}">
                <a16:creationId xmlns:a16="http://schemas.microsoft.com/office/drawing/2014/main" id="{D89A1A23-5175-A24E-B3BE-302CF2C43BC1}"/>
              </a:ext>
            </a:extLst>
          </p:cNvPr>
          <p:cNvSpPr/>
          <p:nvPr/>
        </p:nvSpPr>
        <p:spPr>
          <a:xfrm>
            <a:off x="6989819" y="2341276"/>
            <a:ext cx="184196" cy="184196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0" name="Oval 349">
            <a:extLst>
              <a:ext uri="{FF2B5EF4-FFF2-40B4-BE49-F238E27FC236}">
                <a16:creationId xmlns:a16="http://schemas.microsoft.com/office/drawing/2014/main" id="{FC07EA12-F50B-6049-861E-B356AEAB8730}"/>
              </a:ext>
            </a:extLst>
          </p:cNvPr>
          <p:cNvSpPr/>
          <p:nvPr/>
        </p:nvSpPr>
        <p:spPr>
          <a:xfrm>
            <a:off x="6989819" y="2646185"/>
            <a:ext cx="184196" cy="184196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1" name="Oval 350">
            <a:extLst>
              <a:ext uri="{FF2B5EF4-FFF2-40B4-BE49-F238E27FC236}">
                <a16:creationId xmlns:a16="http://schemas.microsoft.com/office/drawing/2014/main" id="{79327C87-0909-314D-941A-69B88B931CFA}"/>
              </a:ext>
            </a:extLst>
          </p:cNvPr>
          <p:cNvSpPr/>
          <p:nvPr/>
        </p:nvSpPr>
        <p:spPr>
          <a:xfrm>
            <a:off x="6989819" y="2951094"/>
            <a:ext cx="184196" cy="184196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2" name="Oval 351">
            <a:extLst>
              <a:ext uri="{FF2B5EF4-FFF2-40B4-BE49-F238E27FC236}">
                <a16:creationId xmlns:a16="http://schemas.microsoft.com/office/drawing/2014/main" id="{BE14F69F-4846-9842-944C-1B4DA3D49CB5}"/>
              </a:ext>
            </a:extLst>
          </p:cNvPr>
          <p:cNvSpPr/>
          <p:nvPr/>
        </p:nvSpPr>
        <p:spPr>
          <a:xfrm>
            <a:off x="6989819" y="3256004"/>
            <a:ext cx="184196" cy="184196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3" name="Straight Connector 352">
            <a:extLst>
              <a:ext uri="{FF2B5EF4-FFF2-40B4-BE49-F238E27FC236}">
                <a16:creationId xmlns:a16="http://schemas.microsoft.com/office/drawing/2014/main" id="{08133877-5A9E-9046-9B89-41A88A1B0E4F}"/>
              </a:ext>
            </a:extLst>
          </p:cNvPr>
          <p:cNvCxnSpPr>
            <a:cxnSpLocks/>
            <a:stCxn id="347" idx="6"/>
            <a:endCxn id="460" idx="2"/>
          </p:cNvCxnSpPr>
          <p:nvPr/>
        </p:nvCxnSpPr>
        <p:spPr>
          <a:xfrm flipV="1">
            <a:off x="6688856" y="1823556"/>
            <a:ext cx="300963" cy="2006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EE8B2559-BFEC-2249-A0AD-36587A122E1F}"/>
              </a:ext>
            </a:extLst>
          </p:cNvPr>
          <p:cNvCxnSpPr>
            <a:cxnSpLocks/>
            <a:stCxn id="347" idx="6"/>
            <a:endCxn id="348" idx="2"/>
          </p:cNvCxnSpPr>
          <p:nvPr/>
        </p:nvCxnSpPr>
        <p:spPr>
          <a:xfrm>
            <a:off x="6688856" y="2024196"/>
            <a:ext cx="300963" cy="1042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Straight Connector 354">
            <a:extLst>
              <a:ext uri="{FF2B5EF4-FFF2-40B4-BE49-F238E27FC236}">
                <a16:creationId xmlns:a16="http://schemas.microsoft.com/office/drawing/2014/main" id="{D95E574C-5115-A443-8C22-76A1F3616374}"/>
              </a:ext>
            </a:extLst>
          </p:cNvPr>
          <p:cNvCxnSpPr>
            <a:cxnSpLocks/>
            <a:stCxn id="347" idx="6"/>
            <a:endCxn id="349" idx="2"/>
          </p:cNvCxnSpPr>
          <p:nvPr/>
        </p:nvCxnSpPr>
        <p:spPr>
          <a:xfrm>
            <a:off x="6688856" y="2024196"/>
            <a:ext cx="300963" cy="4091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Straight Connector 355">
            <a:extLst>
              <a:ext uri="{FF2B5EF4-FFF2-40B4-BE49-F238E27FC236}">
                <a16:creationId xmlns:a16="http://schemas.microsoft.com/office/drawing/2014/main" id="{F94F4E0B-241B-E846-B32A-B1069CA85E0B}"/>
              </a:ext>
            </a:extLst>
          </p:cNvPr>
          <p:cNvCxnSpPr>
            <a:cxnSpLocks/>
            <a:stCxn id="347" idx="6"/>
            <a:endCxn id="350" idx="2"/>
          </p:cNvCxnSpPr>
          <p:nvPr/>
        </p:nvCxnSpPr>
        <p:spPr>
          <a:xfrm>
            <a:off x="6688856" y="2024196"/>
            <a:ext cx="300963" cy="7140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Straight Connector 356">
            <a:extLst>
              <a:ext uri="{FF2B5EF4-FFF2-40B4-BE49-F238E27FC236}">
                <a16:creationId xmlns:a16="http://schemas.microsoft.com/office/drawing/2014/main" id="{3D93233A-1A0C-3F40-9427-C8C024126585}"/>
              </a:ext>
            </a:extLst>
          </p:cNvPr>
          <p:cNvCxnSpPr>
            <a:cxnSpLocks/>
            <a:stCxn id="347" idx="6"/>
            <a:endCxn id="351" idx="2"/>
          </p:cNvCxnSpPr>
          <p:nvPr/>
        </p:nvCxnSpPr>
        <p:spPr>
          <a:xfrm>
            <a:off x="6688856" y="2024196"/>
            <a:ext cx="300963" cy="10189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Straight Connector 357">
            <a:extLst>
              <a:ext uri="{FF2B5EF4-FFF2-40B4-BE49-F238E27FC236}">
                <a16:creationId xmlns:a16="http://schemas.microsoft.com/office/drawing/2014/main" id="{1B152CA8-75AB-404A-9FA4-5D4D9CD869B0}"/>
              </a:ext>
            </a:extLst>
          </p:cNvPr>
          <p:cNvCxnSpPr>
            <a:cxnSpLocks/>
            <a:stCxn id="347" idx="6"/>
            <a:endCxn id="352" idx="2"/>
          </p:cNvCxnSpPr>
          <p:nvPr/>
        </p:nvCxnSpPr>
        <p:spPr>
          <a:xfrm>
            <a:off x="6688856" y="2024196"/>
            <a:ext cx="300963" cy="13239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Straight Connector 358">
            <a:extLst>
              <a:ext uri="{FF2B5EF4-FFF2-40B4-BE49-F238E27FC236}">
                <a16:creationId xmlns:a16="http://schemas.microsoft.com/office/drawing/2014/main" id="{27B442D0-6E1E-D14D-A2A4-170C7281E902}"/>
              </a:ext>
            </a:extLst>
          </p:cNvPr>
          <p:cNvCxnSpPr>
            <a:cxnSpLocks/>
            <a:stCxn id="346" idx="6"/>
            <a:endCxn id="460" idx="2"/>
          </p:cNvCxnSpPr>
          <p:nvPr/>
        </p:nvCxnSpPr>
        <p:spPr>
          <a:xfrm flipV="1">
            <a:off x="6688856" y="1823556"/>
            <a:ext cx="300963" cy="4839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Straight Connector 359">
            <a:extLst>
              <a:ext uri="{FF2B5EF4-FFF2-40B4-BE49-F238E27FC236}">
                <a16:creationId xmlns:a16="http://schemas.microsoft.com/office/drawing/2014/main" id="{E5DDE571-7FE0-A140-8B23-0BE459C03070}"/>
              </a:ext>
            </a:extLst>
          </p:cNvPr>
          <p:cNvCxnSpPr>
            <a:cxnSpLocks/>
            <a:stCxn id="346" idx="6"/>
            <a:endCxn id="348" idx="2"/>
          </p:cNvCxnSpPr>
          <p:nvPr/>
        </p:nvCxnSpPr>
        <p:spPr>
          <a:xfrm flipV="1">
            <a:off x="6688856" y="2128465"/>
            <a:ext cx="300963" cy="1790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Straight Connector 360">
            <a:extLst>
              <a:ext uri="{FF2B5EF4-FFF2-40B4-BE49-F238E27FC236}">
                <a16:creationId xmlns:a16="http://schemas.microsoft.com/office/drawing/2014/main" id="{7D14E47A-C4FC-1B41-B270-AAAC1B361709}"/>
              </a:ext>
            </a:extLst>
          </p:cNvPr>
          <p:cNvCxnSpPr>
            <a:cxnSpLocks/>
            <a:stCxn id="346" idx="6"/>
            <a:endCxn id="349" idx="2"/>
          </p:cNvCxnSpPr>
          <p:nvPr/>
        </p:nvCxnSpPr>
        <p:spPr>
          <a:xfrm>
            <a:off x="6688856" y="2307479"/>
            <a:ext cx="300963" cy="125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Straight Connector 361">
            <a:extLst>
              <a:ext uri="{FF2B5EF4-FFF2-40B4-BE49-F238E27FC236}">
                <a16:creationId xmlns:a16="http://schemas.microsoft.com/office/drawing/2014/main" id="{62D49701-5FA5-F142-8D2D-4E66625D0DE5}"/>
              </a:ext>
            </a:extLst>
          </p:cNvPr>
          <p:cNvCxnSpPr>
            <a:cxnSpLocks/>
            <a:stCxn id="346" idx="6"/>
            <a:endCxn id="350" idx="2"/>
          </p:cNvCxnSpPr>
          <p:nvPr/>
        </p:nvCxnSpPr>
        <p:spPr>
          <a:xfrm>
            <a:off x="6688856" y="2307479"/>
            <a:ext cx="300963" cy="4308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Straight Connector 362">
            <a:extLst>
              <a:ext uri="{FF2B5EF4-FFF2-40B4-BE49-F238E27FC236}">
                <a16:creationId xmlns:a16="http://schemas.microsoft.com/office/drawing/2014/main" id="{AFC99C3A-86BA-0D48-9BC9-26F2AA5122A9}"/>
              </a:ext>
            </a:extLst>
          </p:cNvPr>
          <p:cNvCxnSpPr>
            <a:cxnSpLocks/>
            <a:stCxn id="346" idx="6"/>
            <a:endCxn id="351" idx="2"/>
          </p:cNvCxnSpPr>
          <p:nvPr/>
        </p:nvCxnSpPr>
        <p:spPr>
          <a:xfrm>
            <a:off x="6688856" y="2307479"/>
            <a:ext cx="300963" cy="7357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Straight Connector 363">
            <a:extLst>
              <a:ext uri="{FF2B5EF4-FFF2-40B4-BE49-F238E27FC236}">
                <a16:creationId xmlns:a16="http://schemas.microsoft.com/office/drawing/2014/main" id="{FB877662-7A5F-ED4E-848C-B42DA2A1AF1A}"/>
              </a:ext>
            </a:extLst>
          </p:cNvPr>
          <p:cNvCxnSpPr>
            <a:cxnSpLocks/>
            <a:stCxn id="346" idx="6"/>
            <a:endCxn id="352" idx="2"/>
          </p:cNvCxnSpPr>
          <p:nvPr/>
        </p:nvCxnSpPr>
        <p:spPr>
          <a:xfrm>
            <a:off x="6688856" y="2307479"/>
            <a:ext cx="300963" cy="10406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5" name="Group 364">
            <a:extLst>
              <a:ext uri="{FF2B5EF4-FFF2-40B4-BE49-F238E27FC236}">
                <a16:creationId xmlns:a16="http://schemas.microsoft.com/office/drawing/2014/main" id="{32A2E608-12C6-6846-AC16-43E6E5A7023D}"/>
              </a:ext>
            </a:extLst>
          </p:cNvPr>
          <p:cNvGrpSpPr/>
          <p:nvPr/>
        </p:nvGrpSpPr>
        <p:grpSpPr>
          <a:xfrm>
            <a:off x="6504660" y="1823556"/>
            <a:ext cx="485159" cy="1524546"/>
            <a:chOff x="7812671" y="766387"/>
            <a:chExt cx="485159" cy="1524546"/>
          </a:xfrm>
        </p:grpSpPr>
        <p:sp>
          <p:nvSpPr>
            <p:cNvPr id="484" name="Oval 483">
              <a:extLst>
                <a:ext uri="{FF2B5EF4-FFF2-40B4-BE49-F238E27FC236}">
                  <a16:creationId xmlns:a16="http://schemas.microsoft.com/office/drawing/2014/main" id="{DDCF10BB-6953-A34C-82C7-8C357752C02D}"/>
                </a:ext>
              </a:extLst>
            </p:cNvPr>
            <p:cNvSpPr/>
            <p:nvPr/>
          </p:nvSpPr>
          <p:spPr>
            <a:xfrm>
              <a:off x="7812671" y="1441495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5" name="Straight Connector 484">
              <a:extLst>
                <a:ext uri="{FF2B5EF4-FFF2-40B4-BE49-F238E27FC236}">
                  <a16:creationId xmlns:a16="http://schemas.microsoft.com/office/drawing/2014/main" id="{190FCB52-550B-844D-915A-163A426160CC}"/>
                </a:ext>
              </a:extLst>
            </p:cNvPr>
            <p:cNvCxnSpPr>
              <a:cxnSpLocks/>
              <a:stCxn id="484" idx="6"/>
              <a:endCxn id="348" idx="2"/>
            </p:cNvCxnSpPr>
            <p:nvPr/>
          </p:nvCxnSpPr>
          <p:spPr>
            <a:xfrm flipV="1">
              <a:off x="7996867" y="1071296"/>
              <a:ext cx="300963" cy="4622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Straight Connector 485">
              <a:extLst>
                <a:ext uri="{FF2B5EF4-FFF2-40B4-BE49-F238E27FC236}">
                  <a16:creationId xmlns:a16="http://schemas.microsoft.com/office/drawing/2014/main" id="{A9E314A0-5BFA-F642-BED0-BE2B38EB7AB0}"/>
                </a:ext>
              </a:extLst>
            </p:cNvPr>
            <p:cNvCxnSpPr>
              <a:cxnSpLocks/>
              <a:stCxn id="484" idx="6"/>
              <a:endCxn id="349" idx="2"/>
            </p:cNvCxnSpPr>
            <p:nvPr/>
          </p:nvCxnSpPr>
          <p:spPr>
            <a:xfrm flipV="1">
              <a:off x="7996867" y="1376205"/>
              <a:ext cx="300963" cy="1573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Straight Connector 486">
              <a:extLst>
                <a:ext uri="{FF2B5EF4-FFF2-40B4-BE49-F238E27FC236}">
                  <a16:creationId xmlns:a16="http://schemas.microsoft.com/office/drawing/2014/main" id="{034FFD26-0CA4-1E4D-81D2-432A283682E9}"/>
                </a:ext>
              </a:extLst>
            </p:cNvPr>
            <p:cNvCxnSpPr>
              <a:cxnSpLocks/>
              <a:stCxn id="484" idx="6"/>
              <a:endCxn id="350" idx="2"/>
            </p:cNvCxnSpPr>
            <p:nvPr/>
          </p:nvCxnSpPr>
          <p:spPr>
            <a:xfrm>
              <a:off x="7996867" y="1533593"/>
              <a:ext cx="300963" cy="14752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Straight Connector 487">
              <a:extLst>
                <a:ext uri="{FF2B5EF4-FFF2-40B4-BE49-F238E27FC236}">
                  <a16:creationId xmlns:a16="http://schemas.microsoft.com/office/drawing/2014/main" id="{D4F86F19-3093-4C4C-85FB-6723C6CEEB67}"/>
                </a:ext>
              </a:extLst>
            </p:cNvPr>
            <p:cNvCxnSpPr>
              <a:cxnSpLocks/>
              <a:stCxn id="484" idx="6"/>
              <a:endCxn id="351" idx="2"/>
            </p:cNvCxnSpPr>
            <p:nvPr/>
          </p:nvCxnSpPr>
          <p:spPr>
            <a:xfrm>
              <a:off x="7996867" y="1533593"/>
              <a:ext cx="300963" cy="45243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Straight Connector 488">
              <a:extLst>
                <a:ext uri="{FF2B5EF4-FFF2-40B4-BE49-F238E27FC236}">
                  <a16:creationId xmlns:a16="http://schemas.microsoft.com/office/drawing/2014/main" id="{30EA5D73-0925-8646-A16A-C627E8ED84BC}"/>
                </a:ext>
              </a:extLst>
            </p:cNvPr>
            <p:cNvCxnSpPr>
              <a:cxnSpLocks/>
              <a:stCxn id="484" idx="6"/>
              <a:endCxn id="352" idx="2"/>
            </p:cNvCxnSpPr>
            <p:nvPr/>
          </p:nvCxnSpPr>
          <p:spPr>
            <a:xfrm>
              <a:off x="7996867" y="1533593"/>
              <a:ext cx="300963" cy="7573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Straight Connector 489">
              <a:extLst>
                <a:ext uri="{FF2B5EF4-FFF2-40B4-BE49-F238E27FC236}">
                  <a16:creationId xmlns:a16="http://schemas.microsoft.com/office/drawing/2014/main" id="{C4D247D1-CC6E-7349-8220-8BFC6273686A}"/>
                </a:ext>
              </a:extLst>
            </p:cNvPr>
            <p:cNvCxnSpPr>
              <a:cxnSpLocks/>
              <a:stCxn id="484" idx="6"/>
              <a:endCxn id="460" idx="2"/>
            </p:cNvCxnSpPr>
            <p:nvPr/>
          </p:nvCxnSpPr>
          <p:spPr>
            <a:xfrm flipV="1">
              <a:off x="7996867" y="766387"/>
              <a:ext cx="300963" cy="7672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433DC10A-29D5-084B-97C0-32244147116A}"/>
              </a:ext>
            </a:extLst>
          </p:cNvPr>
          <p:cNvGrpSpPr/>
          <p:nvPr/>
        </p:nvGrpSpPr>
        <p:grpSpPr>
          <a:xfrm>
            <a:off x="6503838" y="1823556"/>
            <a:ext cx="485981" cy="1514182"/>
            <a:chOff x="7799041" y="493220"/>
            <a:chExt cx="485981" cy="1514182"/>
          </a:xfrm>
        </p:grpSpPr>
        <p:sp>
          <p:nvSpPr>
            <p:cNvPr id="477" name="Oval 476">
              <a:extLst>
                <a:ext uri="{FF2B5EF4-FFF2-40B4-BE49-F238E27FC236}">
                  <a16:creationId xmlns:a16="http://schemas.microsoft.com/office/drawing/2014/main" id="{AB947852-6969-1B46-B883-50B55FA64E04}"/>
                </a:ext>
              </a:extLst>
            </p:cNvPr>
            <p:cNvSpPr/>
            <p:nvPr/>
          </p:nvSpPr>
          <p:spPr>
            <a:xfrm>
              <a:off x="7799041" y="1462874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78" name="Straight Connector 477">
              <a:extLst>
                <a:ext uri="{FF2B5EF4-FFF2-40B4-BE49-F238E27FC236}">
                  <a16:creationId xmlns:a16="http://schemas.microsoft.com/office/drawing/2014/main" id="{94D5B9A9-F47E-1D40-AF88-DF61DC667C05}"/>
                </a:ext>
              </a:extLst>
            </p:cNvPr>
            <p:cNvCxnSpPr>
              <a:cxnSpLocks/>
              <a:stCxn id="477" idx="6"/>
            </p:cNvCxnSpPr>
            <p:nvPr/>
          </p:nvCxnSpPr>
          <p:spPr>
            <a:xfrm flipV="1">
              <a:off x="7983237" y="1092675"/>
              <a:ext cx="300963" cy="4622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3FEB2537-C934-CB4F-AFB3-677C93BD04C4}"/>
                </a:ext>
              </a:extLst>
            </p:cNvPr>
            <p:cNvCxnSpPr>
              <a:cxnSpLocks/>
              <a:stCxn id="477" idx="6"/>
            </p:cNvCxnSpPr>
            <p:nvPr/>
          </p:nvCxnSpPr>
          <p:spPr>
            <a:xfrm flipV="1">
              <a:off x="7983237" y="1397584"/>
              <a:ext cx="300963" cy="1573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E7483657-EB09-CB4B-A5E2-FA56B0272955}"/>
                </a:ext>
              </a:extLst>
            </p:cNvPr>
            <p:cNvCxnSpPr>
              <a:cxnSpLocks/>
              <a:stCxn id="477" idx="6"/>
            </p:cNvCxnSpPr>
            <p:nvPr/>
          </p:nvCxnSpPr>
          <p:spPr>
            <a:xfrm>
              <a:off x="7983237" y="1554972"/>
              <a:ext cx="300963" cy="14752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80">
              <a:extLst>
                <a:ext uri="{FF2B5EF4-FFF2-40B4-BE49-F238E27FC236}">
                  <a16:creationId xmlns:a16="http://schemas.microsoft.com/office/drawing/2014/main" id="{99170E90-5865-E04B-B206-BE37664581C2}"/>
                </a:ext>
              </a:extLst>
            </p:cNvPr>
            <p:cNvCxnSpPr>
              <a:cxnSpLocks/>
              <a:stCxn id="477" idx="6"/>
            </p:cNvCxnSpPr>
            <p:nvPr/>
          </p:nvCxnSpPr>
          <p:spPr>
            <a:xfrm>
              <a:off x="7983237" y="1554972"/>
              <a:ext cx="300963" cy="45243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481">
              <a:extLst>
                <a:ext uri="{FF2B5EF4-FFF2-40B4-BE49-F238E27FC236}">
                  <a16:creationId xmlns:a16="http://schemas.microsoft.com/office/drawing/2014/main" id="{E80CF53A-8C99-8146-81CB-091FEC9EFD32}"/>
                </a:ext>
              </a:extLst>
            </p:cNvPr>
            <p:cNvCxnSpPr>
              <a:cxnSpLocks/>
              <a:stCxn id="477" idx="6"/>
              <a:endCxn id="460" idx="2"/>
            </p:cNvCxnSpPr>
            <p:nvPr/>
          </p:nvCxnSpPr>
          <p:spPr>
            <a:xfrm flipV="1">
              <a:off x="7983237" y="493220"/>
              <a:ext cx="301785" cy="106175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82">
              <a:extLst>
                <a:ext uri="{FF2B5EF4-FFF2-40B4-BE49-F238E27FC236}">
                  <a16:creationId xmlns:a16="http://schemas.microsoft.com/office/drawing/2014/main" id="{C389F133-53B8-3B4B-A392-E98395B7142A}"/>
                </a:ext>
              </a:extLst>
            </p:cNvPr>
            <p:cNvCxnSpPr>
              <a:cxnSpLocks/>
              <a:stCxn id="477" idx="6"/>
            </p:cNvCxnSpPr>
            <p:nvPr/>
          </p:nvCxnSpPr>
          <p:spPr>
            <a:xfrm flipV="1">
              <a:off x="7983237" y="787766"/>
              <a:ext cx="300963" cy="7672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7" name="Group 366">
            <a:extLst>
              <a:ext uri="{FF2B5EF4-FFF2-40B4-BE49-F238E27FC236}">
                <a16:creationId xmlns:a16="http://schemas.microsoft.com/office/drawing/2014/main" id="{C52B8FFB-76FA-0248-8821-05D17EEBBF28}"/>
              </a:ext>
            </a:extLst>
          </p:cNvPr>
          <p:cNvGrpSpPr/>
          <p:nvPr/>
        </p:nvGrpSpPr>
        <p:grpSpPr>
          <a:xfrm>
            <a:off x="6503016" y="1823556"/>
            <a:ext cx="486803" cy="1521006"/>
            <a:chOff x="7799041" y="181487"/>
            <a:chExt cx="486803" cy="1521006"/>
          </a:xfrm>
        </p:grpSpPr>
        <p:sp>
          <p:nvSpPr>
            <p:cNvPr id="470" name="Oval 469">
              <a:extLst>
                <a:ext uri="{FF2B5EF4-FFF2-40B4-BE49-F238E27FC236}">
                  <a16:creationId xmlns:a16="http://schemas.microsoft.com/office/drawing/2014/main" id="{47E4AD23-E7E2-AA4F-8274-34402E429BAE}"/>
                </a:ext>
              </a:extLst>
            </p:cNvPr>
            <p:cNvSpPr/>
            <p:nvPr/>
          </p:nvSpPr>
          <p:spPr>
            <a:xfrm>
              <a:off x="7799041" y="1462874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71" name="Straight Connector 470">
              <a:extLst>
                <a:ext uri="{FF2B5EF4-FFF2-40B4-BE49-F238E27FC236}">
                  <a16:creationId xmlns:a16="http://schemas.microsoft.com/office/drawing/2014/main" id="{FF84FD1E-FEB3-164E-8BC6-3477741E40EA}"/>
                </a:ext>
              </a:extLst>
            </p:cNvPr>
            <p:cNvCxnSpPr>
              <a:cxnSpLocks/>
              <a:stCxn id="470" idx="6"/>
            </p:cNvCxnSpPr>
            <p:nvPr/>
          </p:nvCxnSpPr>
          <p:spPr>
            <a:xfrm flipV="1">
              <a:off x="7983237" y="1092675"/>
              <a:ext cx="300963" cy="4622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471">
              <a:extLst>
                <a:ext uri="{FF2B5EF4-FFF2-40B4-BE49-F238E27FC236}">
                  <a16:creationId xmlns:a16="http://schemas.microsoft.com/office/drawing/2014/main" id="{89BAF610-E71D-EF44-8A49-A473597E4FEC}"/>
                </a:ext>
              </a:extLst>
            </p:cNvPr>
            <p:cNvCxnSpPr>
              <a:cxnSpLocks/>
              <a:stCxn id="470" idx="6"/>
            </p:cNvCxnSpPr>
            <p:nvPr/>
          </p:nvCxnSpPr>
          <p:spPr>
            <a:xfrm flipV="1">
              <a:off x="7983237" y="1397584"/>
              <a:ext cx="300963" cy="1573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72">
              <a:extLst>
                <a:ext uri="{FF2B5EF4-FFF2-40B4-BE49-F238E27FC236}">
                  <a16:creationId xmlns:a16="http://schemas.microsoft.com/office/drawing/2014/main" id="{58D198E1-BC8E-4247-9D55-339E078186DB}"/>
                </a:ext>
              </a:extLst>
            </p:cNvPr>
            <p:cNvCxnSpPr>
              <a:cxnSpLocks/>
              <a:stCxn id="470" idx="6"/>
            </p:cNvCxnSpPr>
            <p:nvPr/>
          </p:nvCxnSpPr>
          <p:spPr>
            <a:xfrm>
              <a:off x="7983237" y="1554972"/>
              <a:ext cx="300963" cy="14752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473">
              <a:extLst>
                <a:ext uri="{FF2B5EF4-FFF2-40B4-BE49-F238E27FC236}">
                  <a16:creationId xmlns:a16="http://schemas.microsoft.com/office/drawing/2014/main" id="{AD80F73E-8174-FC4F-8270-909043B44532}"/>
                </a:ext>
              </a:extLst>
            </p:cNvPr>
            <p:cNvCxnSpPr>
              <a:cxnSpLocks/>
              <a:stCxn id="470" idx="6"/>
              <a:endCxn id="460" idx="2"/>
            </p:cNvCxnSpPr>
            <p:nvPr/>
          </p:nvCxnSpPr>
          <p:spPr>
            <a:xfrm flipV="1">
              <a:off x="7983237" y="181487"/>
              <a:ext cx="302607" cy="137348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74">
              <a:extLst>
                <a:ext uri="{FF2B5EF4-FFF2-40B4-BE49-F238E27FC236}">
                  <a16:creationId xmlns:a16="http://schemas.microsoft.com/office/drawing/2014/main" id="{A27F6ABC-29E0-7A4E-8007-3F6E49DB80B7}"/>
                </a:ext>
              </a:extLst>
            </p:cNvPr>
            <p:cNvCxnSpPr>
              <a:cxnSpLocks/>
              <a:stCxn id="470" idx="6"/>
            </p:cNvCxnSpPr>
            <p:nvPr/>
          </p:nvCxnSpPr>
          <p:spPr>
            <a:xfrm flipV="1">
              <a:off x="7983237" y="493220"/>
              <a:ext cx="301785" cy="106175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Straight Connector 475">
              <a:extLst>
                <a:ext uri="{FF2B5EF4-FFF2-40B4-BE49-F238E27FC236}">
                  <a16:creationId xmlns:a16="http://schemas.microsoft.com/office/drawing/2014/main" id="{C9B08AC3-F565-B84D-92BE-D5752AFE87AF}"/>
                </a:ext>
              </a:extLst>
            </p:cNvPr>
            <p:cNvCxnSpPr>
              <a:cxnSpLocks/>
              <a:stCxn id="470" idx="6"/>
            </p:cNvCxnSpPr>
            <p:nvPr/>
          </p:nvCxnSpPr>
          <p:spPr>
            <a:xfrm flipV="1">
              <a:off x="7983237" y="787766"/>
              <a:ext cx="300963" cy="7672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8" name="Oval 367">
            <a:extLst>
              <a:ext uri="{FF2B5EF4-FFF2-40B4-BE49-F238E27FC236}">
                <a16:creationId xmlns:a16="http://schemas.microsoft.com/office/drawing/2014/main" id="{01B4C2DD-BBE5-E34B-B240-A8328BB5973E}"/>
              </a:ext>
            </a:extLst>
          </p:cNvPr>
          <p:cNvSpPr/>
          <p:nvPr/>
        </p:nvSpPr>
        <p:spPr>
          <a:xfrm>
            <a:off x="8237273" y="2297937"/>
            <a:ext cx="184196" cy="184196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9" name="Oval 368">
            <a:extLst>
              <a:ext uri="{FF2B5EF4-FFF2-40B4-BE49-F238E27FC236}">
                <a16:creationId xmlns:a16="http://schemas.microsoft.com/office/drawing/2014/main" id="{93FD245B-0490-6640-80EA-5F268BD919EC}"/>
              </a:ext>
            </a:extLst>
          </p:cNvPr>
          <p:cNvSpPr/>
          <p:nvPr/>
        </p:nvSpPr>
        <p:spPr>
          <a:xfrm>
            <a:off x="8237273" y="2602846"/>
            <a:ext cx="184196" cy="184196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0" name="Straight Connector 369">
            <a:extLst>
              <a:ext uri="{FF2B5EF4-FFF2-40B4-BE49-F238E27FC236}">
                <a16:creationId xmlns:a16="http://schemas.microsoft.com/office/drawing/2014/main" id="{9D61AF4E-B10F-4B41-B8F6-56251D6E8A3F}"/>
              </a:ext>
            </a:extLst>
          </p:cNvPr>
          <p:cNvCxnSpPr>
            <a:cxnSpLocks/>
            <a:stCxn id="460" idx="6"/>
            <a:endCxn id="463" idx="2"/>
          </p:cNvCxnSpPr>
          <p:nvPr/>
        </p:nvCxnSpPr>
        <p:spPr>
          <a:xfrm>
            <a:off x="7174015" y="1823556"/>
            <a:ext cx="412370" cy="6166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1" name="Group 370">
            <a:extLst>
              <a:ext uri="{FF2B5EF4-FFF2-40B4-BE49-F238E27FC236}">
                <a16:creationId xmlns:a16="http://schemas.microsoft.com/office/drawing/2014/main" id="{45175FA9-0CA5-284D-BF3B-68DF733276F8}"/>
              </a:ext>
            </a:extLst>
          </p:cNvPr>
          <p:cNvGrpSpPr/>
          <p:nvPr/>
        </p:nvGrpSpPr>
        <p:grpSpPr>
          <a:xfrm>
            <a:off x="6989819" y="1731458"/>
            <a:ext cx="780762" cy="1715566"/>
            <a:chOff x="8297830" y="674289"/>
            <a:chExt cx="780762" cy="1715566"/>
          </a:xfrm>
        </p:grpSpPr>
        <p:sp>
          <p:nvSpPr>
            <p:cNvPr id="460" name="Oval 459">
              <a:extLst>
                <a:ext uri="{FF2B5EF4-FFF2-40B4-BE49-F238E27FC236}">
                  <a16:creationId xmlns:a16="http://schemas.microsoft.com/office/drawing/2014/main" id="{759CFC56-9DCE-C744-900C-5655953683C9}"/>
                </a:ext>
              </a:extLst>
            </p:cNvPr>
            <p:cNvSpPr/>
            <p:nvPr/>
          </p:nvSpPr>
          <p:spPr>
            <a:xfrm>
              <a:off x="8297830" y="674289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1" name="Oval 460">
              <a:extLst>
                <a:ext uri="{FF2B5EF4-FFF2-40B4-BE49-F238E27FC236}">
                  <a16:creationId xmlns:a16="http://schemas.microsoft.com/office/drawing/2014/main" id="{43BA12FB-A7D5-DE4B-B9DC-3EF874BF1B66}"/>
                </a:ext>
              </a:extLst>
            </p:cNvPr>
            <p:cNvSpPr/>
            <p:nvPr/>
          </p:nvSpPr>
          <p:spPr>
            <a:xfrm>
              <a:off x="8894396" y="681113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2" name="Oval 461">
              <a:extLst>
                <a:ext uri="{FF2B5EF4-FFF2-40B4-BE49-F238E27FC236}">
                  <a16:creationId xmlns:a16="http://schemas.microsoft.com/office/drawing/2014/main" id="{0159CD2B-E813-774C-8882-F5002014BFB8}"/>
                </a:ext>
              </a:extLst>
            </p:cNvPr>
            <p:cNvSpPr/>
            <p:nvPr/>
          </p:nvSpPr>
          <p:spPr>
            <a:xfrm>
              <a:off x="8894396" y="986022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3" name="Oval 462">
              <a:extLst>
                <a:ext uri="{FF2B5EF4-FFF2-40B4-BE49-F238E27FC236}">
                  <a16:creationId xmlns:a16="http://schemas.microsoft.com/office/drawing/2014/main" id="{3AA9427A-1ADC-5C4D-80A6-96F14B1F07A0}"/>
                </a:ext>
              </a:extLst>
            </p:cNvPr>
            <p:cNvSpPr/>
            <p:nvPr/>
          </p:nvSpPr>
          <p:spPr>
            <a:xfrm>
              <a:off x="8894396" y="1290931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4" name="Oval 463">
              <a:extLst>
                <a:ext uri="{FF2B5EF4-FFF2-40B4-BE49-F238E27FC236}">
                  <a16:creationId xmlns:a16="http://schemas.microsoft.com/office/drawing/2014/main" id="{27470623-0B5E-044E-BCF3-B97F0EF35E22}"/>
                </a:ext>
              </a:extLst>
            </p:cNvPr>
            <p:cNvSpPr/>
            <p:nvPr/>
          </p:nvSpPr>
          <p:spPr>
            <a:xfrm>
              <a:off x="8894396" y="1595840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5" name="Oval 464">
              <a:extLst>
                <a:ext uri="{FF2B5EF4-FFF2-40B4-BE49-F238E27FC236}">
                  <a16:creationId xmlns:a16="http://schemas.microsoft.com/office/drawing/2014/main" id="{6FA8BD02-D416-B44E-8C9D-009A8FF3F0BA}"/>
                </a:ext>
              </a:extLst>
            </p:cNvPr>
            <p:cNvSpPr/>
            <p:nvPr/>
          </p:nvSpPr>
          <p:spPr>
            <a:xfrm>
              <a:off x="8894396" y="1900749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6" name="Oval 465">
              <a:extLst>
                <a:ext uri="{FF2B5EF4-FFF2-40B4-BE49-F238E27FC236}">
                  <a16:creationId xmlns:a16="http://schemas.microsoft.com/office/drawing/2014/main" id="{E5FCF407-9550-084C-8432-1BE96AEBD6E4}"/>
                </a:ext>
              </a:extLst>
            </p:cNvPr>
            <p:cNvSpPr/>
            <p:nvPr/>
          </p:nvSpPr>
          <p:spPr>
            <a:xfrm>
              <a:off x="8894396" y="2205659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67" name="Straight Connector 466">
              <a:extLst>
                <a:ext uri="{FF2B5EF4-FFF2-40B4-BE49-F238E27FC236}">
                  <a16:creationId xmlns:a16="http://schemas.microsoft.com/office/drawing/2014/main" id="{85B1E7A0-566B-5543-9EDA-689260CEAE3C}"/>
                </a:ext>
              </a:extLst>
            </p:cNvPr>
            <p:cNvCxnSpPr>
              <a:cxnSpLocks/>
              <a:stCxn id="460" idx="6"/>
              <a:endCxn id="461" idx="2"/>
            </p:cNvCxnSpPr>
            <p:nvPr/>
          </p:nvCxnSpPr>
          <p:spPr>
            <a:xfrm>
              <a:off x="8482026" y="766387"/>
              <a:ext cx="412370" cy="68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Straight Connector 467">
              <a:extLst>
                <a:ext uri="{FF2B5EF4-FFF2-40B4-BE49-F238E27FC236}">
                  <a16:creationId xmlns:a16="http://schemas.microsoft.com/office/drawing/2014/main" id="{AB0FCD2A-2C8C-884C-A290-20FFF3659246}"/>
                </a:ext>
              </a:extLst>
            </p:cNvPr>
            <p:cNvCxnSpPr>
              <a:cxnSpLocks/>
              <a:stCxn id="460" idx="6"/>
              <a:endCxn id="462" idx="2"/>
            </p:cNvCxnSpPr>
            <p:nvPr/>
          </p:nvCxnSpPr>
          <p:spPr>
            <a:xfrm>
              <a:off x="8482026" y="766387"/>
              <a:ext cx="412370" cy="3117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68">
              <a:extLst>
                <a:ext uri="{FF2B5EF4-FFF2-40B4-BE49-F238E27FC236}">
                  <a16:creationId xmlns:a16="http://schemas.microsoft.com/office/drawing/2014/main" id="{FAB2F395-8F13-DC49-B9A7-FB5994F9E272}"/>
                </a:ext>
              </a:extLst>
            </p:cNvPr>
            <p:cNvCxnSpPr>
              <a:cxnSpLocks/>
              <a:stCxn id="460" idx="6"/>
              <a:endCxn id="464" idx="2"/>
            </p:cNvCxnSpPr>
            <p:nvPr/>
          </p:nvCxnSpPr>
          <p:spPr>
            <a:xfrm>
              <a:off x="8482026" y="766387"/>
              <a:ext cx="412370" cy="9215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2" name="Straight Connector 371">
            <a:extLst>
              <a:ext uri="{FF2B5EF4-FFF2-40B4-BE49-F238E27FC236}">
                <a16:creationId xmlns:a16="http://schemas.microsoft.com/office/drawing/2014/main" id="{36961B49-BB34-AC42-90CF-35802960B540}"/>
              </a:ext>
            </a:extLst>
          </p:cNvPr>
          <p:cNvCxnSpPr>
            <a:cxnSpLocks/>
            <a:stCxn id="460" idx="6"/>
            <a:endCxn id="465" idx="2"/>
          </p:cNvCxnSpPr>
          <p:nvPr/>
        </p:nvCxnSpPr>
        <p:spPr>
          <a:xfrm>
            <a:off x="7174015" y="1823556"/>
            <a:ext cx="412370" cy="12264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Straight Connector 372">
            <a:extLst>
              <a:ext uri="{FF2B5EF4-FFF2-40B4-BE49-F238E27FC236}">
                <a16:creationId xmlns:a16="http://schemas.microsoft.com/office/drawing/2014/main" id="{1F5D0D17-55A3-0442-91E0-9D8FDFA820A7}"/>
              </a:ext>
            </a:extLst>
          </p:cNvPr>
          <p:cNvCxnSpPr>
            <a:cxnSpLocks/>
            <a:stCxn id="460" idx="6"/>
            <a:endCxn id="466" idx="2"/>
          </p:cNvCxnSpPr>
          <p:nvPr/>
        </p:nvCxnSpPr>
        <p:spPr>
          <a:xfrm>
            <a:off x="7174015" y="1823556"/>
            <a:ext cx="412370" cy="15313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4" name="Group 373">
            <a:extLst>
              <a:ext uri="{FF2B5EF4-FFF2-40B4-BE49-F238E27FC236}">
                <a16:creationId xmlns:a16="http://schemas.microsoft.com/office/drawing/2014/main" id="{22BDE91E-CE51-F446-841C-A072187A4204}"/>
              </a:ext>
            </a:extLst>
          </p:cNvPr>
          <p:cNvGrpSpPr/>
          <p:nvPr/>
        </p:nvGrpSpPr>
        <p:grpSpPr>
          <a:xfrm>
            <a:off x="6989819" y="1738282"/>
            <a:ext cx="780762" cy="1708742"/>
            <a:chOff x="8297830" y="681113"/>
            <a:chExt cx="780762" cy="1708742"/>
          </a:xfrm>
        </p:grpSpPr>
        <p:sp>
          <p:nvSpPr>
            <p:cNvPr id="447" name="Oval 446">
              <a:extLst>
                <a:ext uri="{FF2B5EF4-FFF2-40B4-BE49-F238E27FC236}">
                  <a16:creationId xmlns:a16="http://schemas.microsoft.com/office/drawing/2014/main" id="{B99EB00E-D3B4-9F4B-B78B-893BA6629920}"/>
                </a:ext>
              </a:extLst>
            </p:cNvPr>
            <p:cNvSpPr/>
            <p:nvPr/>
          </p:nvSpPr>
          <p:spPr>
            <a:xfrm>
              <a:off x="8894396" y="681113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8" name="Oval 447">
              <a:extLst>
                <a:ext uri="{FF2B5EF4-FFF2-40B4-BE49-F238E27FC236}">
                  <a16:creationId xmlns:a16="http://schemas.microsoft.com/office/drawing/2014/main" id="{EEF02C6B-D5CB-EE40-9C9C-7EC80D5331DB}"/>
                </a:ext>
              </a:extLst>
            </p:cNvPr>
            <p:cNvSpPr/>
            <p:nvPr/>
          </p:nvSpPr>
          <p:spPr>
            <a:xfrm>
              <a:off x="8894396" y="986022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9" name="Oval 448">
              <a:extLst>
                <a:ext uri="{FF2B5EF4-FFF2-40B4-BE49-F238E27FC236}">
                  <a16:creationId xmlns:a16="http://schemas.microsoft.com/office/drawing/2014/main" id="{B004F61C-0166-0943-902A-0F02E9DDD27D}"/>
                </a:ext>
              </a:extLst>
            </p:cNvPr>
            <p:cNvSpPr/>
            <p:nvPr/>
          </p:nvSpPr>
          <p:spPr>
            <a:xfrm>
              <a:off x="8894396" y="1290931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0" name="Oval 449">
              <a:extLst>
                <a:ext uri="{FF2B5EF4-FFF2-40B4-BE49-F238E27FC236}">
                  <a16:creationId xmlns:a16="http://schemas.microsoft.com/office/drawing/2014/main" id="{43298F98-AB6F-E446-9E17-7CE3116D7325}"/>
                </a:ext>
              </a:extLst>
            </p:cNvPr>
            <p:cNvSpPr/>
            <p:nvPr/>
          </p:nvSpPr>
          <p:spPr>
            <a:xfrm>
              <a:off x="8894396" y="1595840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1" name="Oval 450">
              <a:extLst>
                <a:ext uri="{FF2B5EF4-FFF2-40B4-BE49-F238E27FC236}">
                  <a16:creationId xmlns:a16="http://schemas.microsoft.com/office/drawing/2014/main" id="{589431C7-77E3-1745-B3DB-23B13C4EF235}"/>
                </a:ext>
              </a:extLst>
            </p:cNvPr>
            <p:cNvSpPr/>
            <p:nvPr/>
          </p:nvSpPr>
          <p:spPr>
            <a:xfrm>
              <a:off x="8894396" y="1900749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2" name="Oval 451">
              <a:extLst>
                <a:ext uri="{FF2B5EF4-FFF2-40B4-BE49-F238E27FC236}">
                  <a16:creationId xmlns:a16="http://schemas.microsoft.com/office/drawing/2014/main" id="{D32B6DBA-7AA7-3E46-9CFC-2B9323EEBD42}"/>
                </a:ext>
              </a:extLst>
            </p:cNvPr>
            <p:cNvSpPr/>
            <p:nvPr/>
          </p:nvSpPr>
          <p:spPr>
            <a:xfrm>
              <a:off x="8894396" y="2205659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3" name="Oval 452">
              <a:extLst>
                <a:ext uri="{FF2B5EF4-FFF2-40B4-BE49-F238E27FC236}">
                  <a16:creationId xmlns:a16="http://schemas.microsoft.com/office/drawing/2014/main" id="{B0B9E3D0-6788-5D4A-B9A0-3EDF7BD02658}"/>
                </a:ext>
              </a:extLst>
            </p:cNvPr>
            <p:cNvSpPr/>
            <p:nvPr/>
          </p:nvSpPr>
          <p:spPr>
            <a:xfrm>
              <a:off x="8297830" y="983466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4" name="Straight Connector 453">
              <a:extLst>
                <a:ext uri="{FF2B5EF4-FFF2-40B4-BE49-F238E27FC236}">
                  <a16:creationId xmlns:a16="http://schemas.microsoft.com/office/drawing/2014/main" id="{46837695-86BC-FD4D-9AD3-A17A77055960}"/>
                </a:ext>
              </a:extLst>
            </p:cNvPr>
            <p:cNvCxnSpPr>
              <a:cxnSpLocks/>
              <a:stCxn id="453" idx="6"/>
              <a:endCxn id="447" idx="2"/>
            </p:cNvCxnSpPr>
            <p:nvPr/>
          </p:nvCxnSpPr>
          <p:spPr>
            <a:xfrm flipV="1">
              <a:off x="8482026" y="773211"/>
              <a:ext cx="412370" cy="3023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Connector 454">
              <a:extLst>
                <a:ext uri="{FF2B5EF4-FFF2-40B4-BE49-F238E27FC236}">
                  <a16:creationId xmlns:a16="http://schemas.microsoft.com/office/drawing/2014/main" id="{1DE3D467-A526-294E-83DD-1E07E7EBA8A1}"/>
                </a:ext>
              </a:extLst>
            </p:cNvPr>
            <p:cNvCxnSpPr>
              <a:cxnSpLocks/>
              <a:stCxn id="453" idx="6"/>
              <a:endCxn id="448" idx="2"/>
            </p:cNvCxnSpPr>
            <p:nvPr/>
          </p:nvCxnSpPr>
          <p:spPr>
            <a:xfrm>
              <a:off x="8482026" y="1075564"/>
              <a:ext cx="412370" cy="25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5">
              <a:extLst>
                <a:ext uri="{FF2B5EF4-FFF2-40B4-BE49-F238E27FC236}">
                  <a16:creationId xmlns:a16="http://schemas.microsoft.com/office/drawing/2014/main" id="{46D3605E-20E4-C54E-991B-DA7F12045BBA}"/>
                </a:ext>
              </a:extLst>
            </p:cNvPr>
            <p:cNvCxnSpPr>
              <a:cxnSpLocks/>
              <a:stCxn id="453" idx="6"/>
              <a:endCxn id="450" idx="2"/>
            </p:cNvCxnSpPr>
            <p:nvPr/>
          </p:nvCxnSpPr>
          <p:spPr>
            <a:xfrm>
              <a:off x="8482026" y="1075564"/>
              <a:ext cx="412370" cy="6123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Straight Connector 456">
              <a:extLst>
                <a:ext uri="{FF2B5EF4-FFF2-40B4-BE49-F238E27FC236}">
                  <a16:creationId xmlns:a16="http://schemas.microsoft.com/office/drawing/2014/main" id="{F21B97E1-84A5-D44B-B3DA-35AC5685609A}"/>
                </a:ext>
              </a:extLst>
            </p:cNvPr>
            <p:cNvCxnSpPr>
              <a:cxnSpLocks/>
              <a:stCxn id="453" idx="6"/>
              <a:endCxn id="452" idx="2"/>
            </p:cNvCxnSpPr>
            <p:nvPr/>
          </p:nvCxnSpPr>
          <p:spPr>
            <a:xfrm>
              <a:off x="8482026" y="1075564"/>
              <a:ext cx="412370" cy="12221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7">
              <a:extLst>
                <a:ext uri="{FF2B5EF4-FFF2-40B4-BE49-F238E27FC236}">
                  <a16:creationId xmlns:a16="http://schemas.microsoft.com/office/drawing/2014/main" id="{F5C92B08-C06D-7C47-979C-DD686394DC26}"/>
                </a:ext>
              </a:extLst>
            </p:cNvPr>
            <p:cNvCxnSpPr>
              <a:cxnSpLocks/>
              <a:stCxn id="453" idx="6"/>
              <a:endCxn id="449" idx="2"/>
            </p:cNvCxnSpPr>
            <p:nvPr/>
          </p:nvCxnSpPr>
          <p:spPr>
            <a:xfrm>
              <a:off x="8482026" y="1075564"/>
              <a:ext cx="412370" cy="30746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EFD273E1-A50E-0D40-A651-D745172272D0}"/>
                </a:ext>
              </a:extLst>
            </p:cNvPr>
            <p:cNvCxnSpPr>
              <a:cxnSpLocks/>
              <a:stCxn id="453" idx="6"/>
              <a:endCxn id="451" idx="2"/>
            </p:cNvCxnSpPr>
            <p:nvPr/>
          </p:nvCxnSpPr>
          <p:spPr>
            <a:xfrm>
              <a:off x="8482026" y="1075564"/>
              <a:ext cx="412370" cy="9172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5" name="Group 374">
            <a:extLst>
              <a:ext uri="{FF2B5EF4-FFF2-40B4-BE49-F238E27FC236}">
                <a16:creationId xmlns:a16="http://schemas.microsoft.com/office/drawing/2014/main" id="{51AD51F7-78FC-A54A-9CDC-2D109DD2DE6A}"/>
              </a:ext>
            </a:extLst>
          </p:cNvPr>
          <p:cNvGrpSpPr/>
          <p:nvPr/>
        </p:nvGrpSpPr>
        <p:grpSpPr>
          <a:xfrm>
            <a:off x="6985080" y="1734870"/>
            <a:ext cx="787340" cy="1708742"/>
            <a:chOff x="8291252" y="681113"/>
            <a:chExt cx="787340" cy="1708742"/>
          </a:xfrm>
        </p:grpSpPr>
        <p:sp>
          <p:nvSpPr>
            <p:cNvPr id="434" name="Oval 433">
              <a:extLst>
                <a:ext uri="{FF2B5EF4-FFF2-40B4-BE49-F238E27FC236}">
                  <a16:creationId xmlns:a16="http://schemas.microsoft.com/office/drawing/2014/main" id="{F420E561-E100-6D42-A3C4-576486A9C379}"/>
                </a:ext>
              </a:extLst>
            </p:cNvPr>
            <p:cNvSpPr/>
            <p:nvPr/>
          </p:nvSpPr>
          <p:spPr>
            <a:xfrm>
              <a:off x="8894396" y="681113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5" name="Oval 434">
              <a:extLst>
                <a:ext uri="{FF2B5EF4-FFF2-40B4-BE49-F238E27FC236}">
                  <a16:creationId xmlns:a16="http://schemas.microsoft.com/office/drawing/2014/main" id="{8EB537FE-CF2A-2042-AFA3-DD66CE97832E}"/>
                </a:ext>
              </a:extLst>
            </p:cNvPr>
            <p:cNvSpPr/>
            <p:nvPr/>
          </p:nvSpPr>
          <p:spPr>
            <a:xfrm>
              <a:off x="8894396" y="986022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6" name="Oval 435">
              <a:extLst>
                <a:ext uri="{FF2B5EF4-FFF2-40B4-BE49-F238E27FC236}">
                  <a16:creationId xmlns:a16="http://schemas.microsoft.com/office/drawing/2014/main" id="{95A4F347-72FD-1542-AA1D-31954EDE3EB5}"/>
                </a:ext>
              </a:extLst>
            </p:cNvPr>
            <p:cNvSpPr/>
            <p:nvPr/>
          </p:nvSpPr>
          <p:spPr>
            <a:xfrm>
              <a:off x="8894396" y="1290931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7" name="Oval 436">
              <a:extLst>
                <a:ext uri="{FF2B5EF4-FFF2-40B4-BE49-F238E27FC236}">
                  <a16:creationId xmlns:a16="http://schemas.microsoft.com/office/drawing/2014/main" id="{E2045394-6E37-514E-8839-9F64BF4FFA2C}"/>
                </a:ext>
              </a:extLst>
            </p:cNvPr>
            <p:cNvSpPr/>
            <p:nvPr/>
          </p:nvSpPr>
          <p:spPr>
            <a:xfrm>
              <a:off x="8894396" y="1595840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8" name="Oval 437">
              <a:extLst>
                <a:ext uri="{FF2B5EF4-FFF2-40B4-BE49-F238E27FC236}">
                  <a16:creationId xmlns:a16="http://schemas.microsoft.com/office/drawing/2014/main" id="{EB75C307-1EA9-EC45-9624-61F8085B8848}"/>
                </a:ext>
              </a:extLst>
            </p:cNvPr>
            <p:cNvSpPr/>
            <p:nvPr/>
          </p:nvSpPr>
          <p:spPr>
            <a:xfrm>
              <a:off x="8894396" y="1900749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9" name="Oval 438">
              <a:extLst>
                <a:ext uri="{FF2B5EF4-FFF2-40B4-BE49-F238E27FC236}">
                  <a16:creationId xmlns:a16="http://schemas.microsoft.com/office/drawing/2014/main" id="{F1BB2C7E-CF99-D24F-BB9F-821498F57A44}"/>
                </a:ext>
              </a:extLst>
            </p:cNvPr>
            <p:cNvSpPr/>
            <p:nvPr/>
          </p:nvSpPr>
          <p:spPr>
            <a:xfrm>
              <a:off x="8894396" y="2205659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0" name="Oval 439">
              <a:extLst>
                <a:ext uri="{FF2B5EF4-FFF2-40B4-BE49-F238E27FC236}">
                  <a16:creationId xmlns:a16="http://schemas.microsoft.com/office/drawing/2014/main" id="{967ED451-2DA8-9D46-8E59-F28E38B13E97}"/>
                </a:ext>
              </a:extLst>
            </p:cNvPr>
            <p:cNvSpPr/>
            <p:nvPr/>
          </p:nvSpPr>
          <p:spPr>
            <a:xfrm>
              <a:off x="8291252" y="1279492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1" name="Straight Connector 440">
              <a:extLst>
                <a:ext uri="{FF2B5EF4-FFF2-40B4-BE49-F238E27FC236}">
                  <a16:creationId xmlns:a16="http://schemas.microsoft.com/office/drawing/2014/main" id="{38751B78-9C23-9947-B436-465A229B9283}"/>
                </a:ext>
              </a:extLst>
            </p:cNvPr>
            <p:cNvCxnSpPr>
              <a:cxnSpLocks/>
              <a:stCxn id="440" idx="6"/>
              <a:endCxn id="434" idx="2"/>
            </p:cNvCxnSpPr>
            <p:nvPr/>
          </p:nvCxnSpPr>
          <p:spPr>
            <a:xfrm flipV="1">
              <a:off x="8475448" y="773211"/>
              <a:ext cx="418948" cy="59837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441">
              <a:extLst>
                <a:ext uri="{FF2B5EF4-FFF2-40B4-BE49-F238E27FC236}">
                  <a16:creationId xmlns:a16="http://schemas.microsoft.com/office/drawing/2014/main" id="{945CCEE1-AED8-544A-BE53-5DDBADFD9C52}"/>
                </a:ext>
              </a:extLst>
            </p:cNvPr>
            <p:cNvCxnSpPr>
              <a:cxnSpLocks/>
              <a:stCxn id="440" idx="6"/>
              <a:endCxn id="435" idx="2"/>
            </p:cNvCxnSpPr>
            <p:nvPr/>
          </p:nvCxnSpPr>
          <p:spPr>
            <a:xfrm flipV="1">
              <a:off x="8475448" y="1078120"/>
              <a:ext cx="418948" cy="29347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442">
              <a:extLst>
                <a:ext uri="{FF2B5EF4-FFF2-40B4-BE49-F238E27FC236}">
                  <a16:creationId xmlns:a16="http://schemas.microsoft.com/office/drawing/2014/main" id="{23F2FC95-01D8-E343-B518-F57C3A5A812A}"/>
                </a:ext>
              </a:extLst>
            </p:cNvPr>
            <p:cNvCxnSpPr>
              <a:cxnSpLocks/>
              <a:stCxn id="440" idx="6"/>
              <a:endCxn id="437" idx="2"/>
            </p:cNvCxnSpPr>
            <p:nvPr/>
          </p:nvCxnSpPr>
          <p:spPr>
            <a:xfrm>
              <a:off x="8475448" y="1371590"/>
              <a:ext cx="418948" cy="31634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43">
              <a:extLst>
                <a:ext uri="{FF2B5EF4-FFF2-40B4-BE49-F238E27FC236}">
                  <a16:creationId xmlns:a16="http://schemas.microsoft.com/office/drawing/2014/main" id="{626381AA-FB4B-FA4A-8969-C868FAA75373}"/>
                </a:ext>
              </a:extLst>
            </p:cNvPr>
            <p:cNvCxnSpPr>
              <a:cxnSpLocks/>
              <a:stCxn id="440" idx="6"/>
              <a:endCxn id="439" idx="2"/>
            </p:cNvCxnSpPr>
            <p:nvPr/>
          </p:nvCxnSpPr>
          <p:spPr>
            <a:xfrm>
              <a:off x="8475448" y="1371590"/>
              <a:ext cx="418948" cy="92616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44">
              <a:extLst>
                <a:ext uri="{FF2B5EF4-FFF2-40B4-BE49-F238E27FC236}">
                  <a16:creationId xmlns:a16="http://schemas.microsoft.com/office/drawing/2014/main" id="{6B70D80E-25DE-594E-B132-D762AF8F0D54}"/>
                </a:ext>
              </a:extLst>
            </p:cNvPr>
            <p:cNvCxnSpPr>
              <a:cxnSpLocks/>
              <a:stCxn id="440" idx="6"/>
              <a:endCxn id="436" idx="2"/>
            </p:cNvCxnSpPr>
            <p:nvPr/>
          </p:nvCxnSpPr>
          <p:spPr>
            <a:xfrm>
              <a:off x="8475448" y="1371590"/>
              <a:ext cx="418948" cy="114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45">
              <a:extLst>
                <a:ext uri="{FF2B5EF4-FFF2-40B4-BE49-F238E27FC236}">
                  <a16:creationId xmlns:a16="http://schemas.microsoft.com/office/drawing/2014/main" id="{638A6CD7-7491-F748-9B67-F36CCB642AE3}"/>
                </a:ext>
              </a:extLst>
            </p:cNvPr>
            <p:cNvCxnSpPr>
              <a:cxnSpLocks/>
              <a:stCxn id="440" idx="6"/>
              <a:endCxn id="438" idx="2"/>
            </p:cNvCxnSpPr>
            <p:nvPr/>
          </p:nvCxnSpPr>
          <p:spPr>
            <a:xfrm>
              <a:off x="8475448" y="1371590"/>
              <a:ext cx="418948" cy="62125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8B849DFC-FCFD-BE4D-8B05-3A045D30DD23}"/>
              </a:ext>
            </a:extLst>
          </p:cNvPr>
          <p:cNvGrpSpPr/>
          <p:nvPr/>
        </p:nvGrpSpPr>
        <p:grpSpPr>
          <a:xfrm>
            <a:off x="6987295" y="1738282"/>
            <a:ext cx="787340" cy="1708742"/>
            <a:chOff x="8291252" y="681113"/>
            <a:chExt cx="787340" cy="1708742"/>
          </a:xfrm>
        </p:grpSpPr>
        <p:sp>
          <p:nvSpPr>
            <p:cNvPr id="421" name="Oval 420">
              <a:extLst>
                <a:ext uri="{FF2B5EF4-FFF2-40B4-BE49-F238E27FC236}">
                  <a16:creationId xmlns:a16="http://schemas.microsoft.com/office/drawing/2014/main" id="{AE8512B7-04CC-1847-B213-7681C5DE3D40}"/>
                </a:ext>
              </a:extLst>
            </p:cNvPr>
            <p:cNvSpPr/>
            <p:nvPr/>
          </p:nvSpPr>
          <p:spPr>
            <a:xfrm>
              <a:off x="8894396" y="681113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2" name="Oval 421">
              <a:extLst>
                <a:ext uri="{FF2B5EF4-FFF2-40B4-BE49-F238E27FC236}">
                  <a16:creationId xmlns:a16="http://schemas.microsoft.com/office/drawing/2014/main" id="{DE6ADD71-4759-F74F-9220-30DAECBD5410}"/>
                </a:ext>
              </a:extLst>
            </p:cNvPr>
            <p:cNvSpPr/>
            <p:nvPr/>
          </p:nvSpPr>
          <p:spPr>
            <a:xfrm>
              <a:off x="8894396" y="986022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3" name="Oval 422">
              <a:extLst>
                <a:ext uri="{FF2B5EF4-FFF2-40B4-BE49-F238E27FC236}">
                  <a16:creationId xmlns:a16="http://schemas.microsoft.com/office/drawing/2014/main" id="{94B40E4C-4B3E-F840-8AE2-68088087EF5D}"/>
                </a:ext>
              </a:extLst>
            </p:cNvPr>
            <p:cNvSpPr/>
            <p:nvPr/>
          </p:nvSpPr>
          <p:spPr>
            <a:xfrm>
              <a:off x="8894396" y="1290931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4" name="Oval 423">
              <a:extLst>
                <a:ext uri="{FF2B5EF4-FFF2-40B4-BE49-F238E27FC236}">
                  <a16:creationId xmlns:a16="http://schemas.microsoft.com/office/drawing/2014/main" id="{C19766CE-954C-A34E-A8A9-EE228BBF82E0}"/>
                </a:ext>
              </a:extLst>
            </p:cNvPr>
            <p:cNvSpPr/>
            <p:nvPr/>
          </p:nvSpPr>
          <p:spPr>
            <a:xfrm>
              <a:off x="8894396" y="1595840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5" name="Oval 424">
              <a:extLst>
                <a:ext uri="{FF2B5EF4-FFF2-40B4-BE49-F238E27FC236}">
                  <a16:creationId xmlns:a16="http://schemas.microsoft.com/office/drawing/2014/main" id="{5C86A25B-02BE-8842-8102-FB765AE52D36}"/>
                </a:ext>
              </a:extLst>
            </p:cNvPr>
            <p:cNvSpPr/>
            <p:nvPr/>
          </p:nvSpPr>
          <p:spPr>
            <a:xfrm>
              <a:off x="8894396" y="1900749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6" name="Oval 425">
              <a:extLst>
                <a:ext uri="{FF2B5EF4-FFF2-40B4-BE49-F238E27FC236}">
                  <a16:creationId xmlns:a16="http://schemas.microsoft.com/office/drawing/2014/main" id="{6DCBD26A-C74B-4C48-8105-32550A03B76F}"/>
                </a:ext>
              </a:extLst>
            </p:cNvPr>
            <p:cNvSpPr/>
            <p:nvPr/>
          </p:nvSpPr>
          <p:spPr>
            <a:xfrm>
              <a:off x="8894396" y="2205659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7" name="Oval 426">
              <a:extLst>
                <a:ext uri="{FF2B5EF4-FFF2-40B4-BE49-F238E27FC236}">
                  <a16:creationId xmlns:a16="http://schemas.microsoft.com/office/drawing/2014/main" id="{8E3214A2-E592-8F47-A33E-6B5042E1B512}"/>
                </a:ext>
              </a:extLst>
            </p:cNvPr>
            <p:cNvSpPr/>
            <p:nvPr/>
          </p:nvSpPr>
          <p:spPr>
            <a:xfrm>
              <a:off x="8291252" y="1595265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8" name="Straight Connector 427">
              <a:extLst>
                <a:ext uri="{FF2B5EF4-FFF2-40B4-BE49-F238E27FC236}">
                  <a16:creationId xmlns:a16="http://schemas.microsoft.com/office/drawing/2014/main" id="{D9F3BE6B-4E3C-254A-AE90-5505C6AAEA8A}"/>
                </a:ext>
              </a:extLst>
            </p:cNvPr>
            <p:cNvCxnSpPr>
              <a:cxnSpLocks/>
              <a:stCxn id="427" idx="6"/>
              <a:endCxn id="421" idx="2"/>
            </p:cNvCxnSpPr>
            <p:nvPr/>
          </p:nvCxnSpPr>
          <p:spPr>
            <a:xfrm flipV="1">
              <a:off x="8475448" y="773211"/>
              <a:ext cx="418948" cy="91415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28">
              <a:extLst>
                <a:ext uri="{FF2B5EF4-FFF2-40B4-BE49-F238E27FC236}">
                  <a16:creationId xmlns:a16="http://schemas.microsoft.com/office/drawing/2014/main" id="{F3A3728E-C7FD-0640-ADB8-6615BF552345}"/>
                </a:ext>
              </a:extLst>
            </p:cNvPr>
            <p:cNvCxnSpPr>
              <a:cxnSpLocks/>
              <a:stCxn id="427" idx="6"/>
              <a:endCxn id="422" idx="2"/>
            </p:cNvCxnSpPr>
            <p:nvPr/>
          </p:nvCxnSpPr>
          <p:spPr>
            <a:xfrm flipV="1">
              <a:off x="8475448" y="1078120"/>
              <a:ext cx="418948" cy="60924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29">
              <a:extLst>
                <a:ext uri="{FF2B5EF4-FFF2-40B4-BE49-F238E27FC236}">
                  <a16:creationId xmlns:a16="http://schemas.microsoft.com/office/drawing/2014/main" id="{BC2DACA5-F44B-BB4B-81F0-346C7B0EDA9C}"/>
                </a:ext>
              </a:extLst>
            </p:cNvPr>
            <p:cNvCxnSpPr>
              <a:cxnSpLocks/>
              <a:stCxn id="427" idx="6"/>
              <a:endCxn id="424" idx="2"/>
            </p:cNvCxnSpPr>
            <p:nvPr/>
          </p:nvCxnSpPr>
          <p:spPr>
            <a:xfrm>
              <a:off x="8475448" y="1687363"/>
              <a:ext cx="418948" cy="5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83F58311-7847-EA41-AA30-DFF175D19BB1}"/>
                </a:ext>
              </a:extLst>
            </p:cNvPr>
            <p:cNvCxnSpPr>
              <a:cxnSpLocks/>
              <a:stCxn id="427" idx="6"/>
              <a:endCxn id="426" idx="2"/>
            </p:cNvCxnSpPr>
            <p:nvPr/>
          </p:nvCxnSpPr>
          <p:spPr>
            <a:xfrm>
              <a:off x="8475448" y="1687363"/>
              <a:ext cx="418948" cy="61039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4FA212E5-948C-0246-B570-5F83C0993A39}"/>
                </a:ext>
              </a:extLst>
            </p:cNvPr>
            <p:cNvCxnSpPr>
              <a:cxnSpLocks/>
              <a:stCxn id="427" idx="6"/>
              <a:endCxn id="423" idx="2"/>
            </p:cNvCxnSpPr>
            <p:nvPr/>
          </p:nvCxnSpPr>
          <p:spPr>
            <a:xfrm flipV="1">
              <a:off x="8475448" y="1383029"/>
              <a:ext cx="418948" cy="30433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32">
              <a:extLst>
                <a:ext uri="{FF2B5EF4-FFF2-40B4-BE49-F238E27FC236}">
                  <a16:creationId xmlns:a16="http://schemas.microsoft.com/office/drawing/2014/main" id="{7CA82C7C-61C3-3741-88D4-58C7C5444766}"/>
                </a:ext>
              </a:extLst>
            </p:cNvPr>
            <p:cNvCxnSpPr>
              <a:cxnSpLocks/>
              <a:stCxn id="427" idx="6"/>
              <a:endCxn id="425" idx="2"/>
            </p:cNvCxnSpPr>
            <p:nvPr/>
          </p:nvCxnSpPr>
          <p:spPr>
            <a:xfrm>
              <a:off x="8475448" y="1687363"/>
              <a:ext cx="418948" cy="3054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7" name="Group 376">
            <a:extLst>
              <a:ext uri="{FF2B5EF4-FFF2-40B4-BE49-F238E27FC236}">
                <a16:creationId xmlns:a16="http://schemas.microsoft.com/office/drawing/2014/main" id="{9BBB210E-35A7-C04F-9A1B-CC22588AD951}"/>
              </a:ext>
            </a:extLst>
          </p:cNvPr>
          <p:cNvGrpSpPr/>
          <p:nvPr/>
        </p:nvGrpSpPr>
        <p:grpSpPr>
          <a:xfrm>
            <a:off x="6983241" y="1738282"/>
            <a:ext cx="787340" cy="1708742"/>
            <a:chOff x="8291252" y="681113"/>
            <a:chExt cx="787340" cy="1708742"/>
          </a:xfrm>
        </p:grpSpPr>
        <p:sp>
          <p:nvSpPr>
            <p:cNvPr id="408" name="Oval 407">
              <a:extLst>
                <a:ext uri="{FF2B5EF4-FFF2-40B4-BE49-F238E27FC236}">
                  <a16:creationId xmlns:a16="http://schemas.microsoft.com/office/drawing/2014/main" id="{CBA62A31-7E5E-944B-9F2E-12B651444AF9}"/>
                </a:ext>
              </a:extLst>
            </p:cNvPr>
            <p:cNvSpPr/>
            <p:nvPr/>
          </p:nvSpPr>
          <p:spPr>
            <a:xfrm>
              <a:off x="8894396" y="681113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9" name="Oval 408">
              <a:extLst>
                <a:ext uri="{FF2B5EF4-FFF2-40B4-BE49-F238E27FC236}">
                  <a16:creationId xmlns:a16="http://schemas.microsoft.com/office/drawing/2014/main" id="{C5AC9A69-A5F5-564B-9E4A-C7FC1C60ACC3}"/>
                </a:ext>
              </a:extLst>
            </p:cNvPr>
            <p:cNvSpPr/>
            <p:nvPr/>
          </p:nvSpPr>
          <p:spPr>
            <a:xfrm>
              <a:off x="8894396" y="986022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0" name="Oval 409">
              <a:extLst>
                <a:ext uri="{FF2B5EF4-FFF2-40B4-BE49-F238E27FC236}">
                  <a16:creationId xmlns:a16="http://schemas.microsoft.com/office/drawing/2014/main" id="{8CA3D46C-A1BC-3547-9D88-0EF1AC393E0E}"/>
                </a:ext>
              </a:extLst>
            </p:cNvPr>
            <p:cNvSpPr/>
            <p:nvPr/>
          </p:nvSpPr>
          <p:spPr>
            <a:xfrm>
              <a:off x="8894396" y="1290931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" name="Oval 410">
              <a:extLst>
                <a:ext uri="{FF2B5EF4-FFF2-40B4-BE49-F238E27FC236}">
                  <a16:creationId xmlns:a16="http://schemas.microsoft.com/office/drawing/2014/main" id="{BFC6EA1C-1333-9B41-85AB-EC816D56911D}"/>
                </a:ext>
              </a:extLst>
            </p:cNvPr>
            <p:cNvSpPr/>
            <p:nvPr/>
          </p:nvSpPr>
          <p:spPr>
            <a:xfrm>
              <a:off x="8894396" y="1595840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2" name="Oval 411">
              <a:extLst>
                <a:ext uri="{FF2B5EF4-FFF2-40B4-BE49-F238E27FC236}">
                  <a16:creationId xmlns:a16="http://schemas.microsoft.com/office/drawing/2014/main" id="{37DF636E-F50C-6F4D-B0ED-C2F3733D8F12}"/>
                </a:ext>
              </a:extLst>
            </p:cNvPr>
            <p:cNvSpPr/>
            <p:nvPr/>
          </p:nvSpPr>
          <p:spPr>
            <a:xfrm>
              <a:off x="8894396" y="1900749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3" name="Oval 412">
              <a:extLst>
                <a:ext uri="{FF2B5EF4-FFF2-40B4-BE49-F238E27FC236}">
                  <a16:creationId xmlns:a16="http://schemas.microsoft.com/office/drawing/2014/main" id="{5152A7CC-1526-F544-A2FD-AD3973FFCFA7}"/>
                </a:ext>
              </a:extLst>
            </p:cNvPr>
            <p:cNvSpPr/>
            <p:nvPr/>
          </p:nvSpPr>
          <p:spPr>
            <a:xfrm>
              <a:off x="8894396" y="2205659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4" name="Oval 413">
              <a:extLst>
                <a:ext uri="{FF2B5EF4-FFF2-40B4-BE49-F238E27FC236}">
                  <a16:creationId xmlns:a16="http://schemas.microsoft.com/office/drawing/2014/main" id="{F80AAC24-28A8-3445-90FE-D5055FE12AEF}"/>
                </a:ext>
              </a:extLst>
            </p:cNvPr>
            <p:cNvSpPr/>
            <p:nvPr/>
          </p:nvSpPr>
          <p:spPr>
            <a:xfrm>
              <a:off x="8291252" y="1897871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5" name="Straight Connector 414">
              <a:extLst>
                <a:ext uri="{FF2B5EF4-FFF2-40B4-BE49-F238E27FC236}">
                  <a16:creationId xmlns:a16="http://schemas.microsoft.com/office/drawing/2014/main" id="{BF4D965C-B990-D743-829C-2903CFD8B46B}"/>
                </a:ext>
              </a:extLst>
            </p:cNvPr>
            <p:cNvCxnSpPr>
              <a:cxnSpLocks/>
              <a:stCxn id="414" idx="6"/>
              <a:endCxn id="408" idx="2"/>
            </p:cNvCxnSpPr>
            <p:nvPr/>
          </p:nvCxnSpPr>
          <p:spPr>
            <a:xfrm flipV="1">
              <a:off x="8475448" y="773211"/>
              <a:ext cx="418948" cy="12167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Straight Connector 415">
              <a:extLst>
                <a:ext uri="{FF2B5EF4-FFF2-40B4-BE49-F238E27FC236}">
                  <a16:creationId xmlns:a16="http://schemas.microsoft.com/office/drawing/2014/main" id="{ADD13597-7AE4-6D4B-9D7C-AAB573C3334D}"/>
                </a:ext>
              </a:extLst>
            </p:cNvPr>
            <p:cNvCxnSpPr>
              <a:cxnSpLocks/>
              <a:stCxn id="414" idx="6"/>
              <a:endCxn id="409" idx="2"/>
            </p:cNvCxnSpPr>
            <p:nvPr/>
          </p:nvCxnSpPr>
          <p:spPr>
            <a:xfrm flipV="1">
              <a:off x="8475448" y="1078120"/>
              <a:ext cx="418948" cy="9118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>
              <a:extLst>
                <a:ext uri="{FF2B5EF4-FFF2-40B4-BE49-F238E27FC236}">
                  <a16:creationId xmlns:a16="http://schemas.microsoft.com/office/drawing/2014/main" id="{3ACC91F1-C7C6-9042-A966-0C2E16AB9149}"/>
                </a:ext>
              </a:extLst>
            </p:cNvPr>
            <p:cNvCxnSpPr>
              <a:cxnSpLocks/>
              <a:stCxn id="414" idx="6"/>
              <a:endCxn id="411" idx="2"/>
            </p:cNvCxnSpPr>
            <p:nvPr/>
          </p:nvCxnSpPr>
          <p:spPr>
            <a:xfrm flipV="1">
              <a:off x="8475448" y="1687938"/>
              <a:ext cx="418948" cy="3020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FFBC5DB1-6CFD-054A-BA15-A4143155738D}"/>
                </a:ext>
              </a:extLst>
            </p:cNvPr>
            <p:cNvCxnSpPr>
              <a:cxnSpLocks/>
              <a:stCxn id="414" idx="6"/>
              <a:endCxn id="413" idx="2"/>
            </p:cNvCxnSpPr>
            <p:nvPr/>
          </p:nvCxnSpPr>
          <p:spPr>
            <a:xfrm>
              <a:off x="8475448" y="1989969"/>
              <a:ext cx="418948" cy="3077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18">
              <a:extLst>
                <a:ext uri="{FF2B5EF4-FFF2-40B4-BE49-F238E27FC236}">
                  <a16:creationId xmlns:a16="http://schemas.microsoft.com/office/drawing/2014/main" id="{5A652B3A-3CC6-024B-AC0B-0278C7F87A7D}"/>
                </a:ext>
              </a:extLst>
            </p:cNvPr>
            <p:cNvCxnSpPr>
              <a:cxnSpLocks/>
              <a:stCxn id="414" idx="6"/>
              <a:endCxn id="410" idx="2"/>
            </p:cNvCxnSpPr>
            <p:nvPr/>
          </p:nvCxnSpPr>
          <p:spPr>
            <a:xfrm flipV="1">
              <a:off x="8475448" y="1383029"/>
              <a:ext cx="418948" cy="6069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19">
              <a:extLst>
                <a:ext uri="{FF2B5EF4-FFF2-40B4-BE49-F238E27FC236}">
                  <a16:creationId xmlns:a16="http://schemas.microsoft.com/office/drawing/2014/main" id="{4D7F7D89-95B9-9E4D-84CA-02A4834FA53D}"/>
                </a:ext>
              </a:extLst>
            </p:cNvPr>
            <p:cNvCxnSpPr>
              <a:cxnSpLocks/>
              <a:stCxn id="414" idx="6"/>
              <a:endCxn id="412" idx="2"/>
            </p:cNvCxnSpPr>
            <p:nvPr/>
          </p:nvCxnSpPr>
          <p:spPr>
            <a:xfrm>
              <a:off x="8475448" y="1989969"/>
              <a:ext cx="418948" cy="287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8" name="Group 377">
            <a:extLst>
              <a:ext uri="{FF2B5EF4-FFF2-40B4-BE49-F238E27FC236}">
                <a16:creationId xmlns:a16="http://schemas.microsoft.com/office/drawing/2014/main" id="{3F3551CB-DBEB-CD46-A00F-FCF5C9235064}"/>
              </a:ext>
            </a:extLst>
          </p:cNvPr>
          <p:cNvGrpSpPr/>
          <p:nvPr/>
        </p:nvGrpSpPr>
        <p:grpSpPr>
          <a:xfrm>
            <a:off x="6985688" y="1738163"/>
            <a:ext cx="1251585" cy="1708742"/>
            <a:chOff x="8291252" y="681113"/>
            <a:chExt cx="1251585" cy="1708742"/>
          </a:xfrm>
        </p:grpSpPr>
        <p:sp>
          <p:nvSpPr>
            <p:cNvPr id="383" name="Oval 382">
              <a:extLst>
                <a:ext uri="{FF2B5EF4-FFF2-40B4-BE49-F238E27FC236}">
                  <a16:creationId xmlns:a16="http://schemas.microsoft.com/office/drawing/2014/main" id="{234A5FC6-D0AF-E347-AE80-E85CA3FCB4A2}"/>
                </a:ext>
              </a:extLst>
            </p:cNvPr>
            <p:cNvSpPr/>
            <p:nvPr/>
          </p:nvSpPr>
          <p:spPr>
            <a:xfrm>
              <a:off x="8894396" y="681113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4" name="Oval 383">
              <a:extLst>
                <a:ext uri="{FF2B5EF4-FFF2-40B4-BE49-F238E27FC236}">
                  <a16:creationId xmlns:a16="http://schemas.microsoft.com/office/drawing/2014/main" id="{7CB1495B-F311-5F43-B00D-7BDE7352FFC0}"/>
                </a:ext>
              </a:extLst>
            </p:cNvPr>
            <p:cNvSpPr/>
            <p:nvPr/>
          </p:nvSpPr>
          <p:spPr>
            <a:xfrm>
              <a:off x="8894396" y="986022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5" name="Oval 384">
              <a:extLst>
                <a:ext uri="{FF2B5EF4-FFF2-40B4-BE49-F238E27FC236}">
                  <a16:creationId xmlns:a16="http://schemas.microsoft.com/office/drawing/2014/main" id="{970752F1-0BF6-B446-B5CD-B860F15A6CB3}"/>
                </a:ext>
              </a:extLst>
            </p:cNvPr>
            <p:cNvSpPr/>
            <p:nvPr/>
          </p:nvSpPr>
          <p:spPr>
            <a:xfrm>
              <a:off x="8894396" y="1290931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6" name="Oval 385">
              <a:extLst>
                <a:ext uri="{FF2B5EF4-FFF2-40B4-BE49-F238E27FC236}">
                  <a16:creationId xmlns:a16="http://schemas.microsoft.com/office/drawing/2014/main" id="{D7B64C1E-9E74-0F41-8ECD-E858A87221E3}"/>
                </a:ext>
              </a:extLst>
            </p:cNvPr>
            <p:cNvSpPr/>
            <p:nvPr/>
          </p:nvSpPr>
          <p:spPr>
            <a:xfrm>
              <a:off x="8894396" y="1595840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7" name="Oval 386">
              <a:extLst>
                <a:ext uri="{FF2B5EF4-FFF2-40B4-BE49-F238E27FC236}">
                  <a16:creationId xmlns:a16="http://schemas.microsoft.com/office/drawing/2014/main" id="{20A5698F-05CB-2C42-B15A-FA9D11D574C6}"/>
                </a:ext>
              </a:extLst>
            </p:cNvPr>
            <p:cNvSpPr/>
            <p:nvPr/>
          </p:nvSpPr>
          <p:spPr>
            <a:xfrm>
              <a:off x="8894396" y="1900749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8" name="Oval 387">
              <a:extLst>
                <a:ext uri="{FF2B5EF4-FFF2-40B4-BE49-F238E27FC236}">
                  <a16:creationId xmlns:a16="http://schemas.microsoft.com/office/drawing/2014/main" id="{7FDB6A0B-D031-C44C-9DEC-130C5C8EFDED}"/>
                </a:ext>
              </a:extLst>
            </p:cNvPr>
            <p:cNvSpPr/>
            <p:nvPr/>
          </p:nvSpPr>
          <p:spPr>
            <a:xfrm>
              <a:off x="8894396" y="2205659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9" name="Oval 388">
              <a:extLst>
                <a:ext uri="{FF2B5EF4-FFF2-40B4-BE49-F238E27FC236}">
                  <a16:creationId xmlns:a16="http://schemas.microsoft.com/office/drawing/2014/main" id="{07607369-F3DE-474C-BD96-C2F18A0558B8}"/>
                </a:ext>
              </a:extLst>
            </p:cNvPr>
            <p:cNvSpPr/>
            <p:nvPr/>
          </p:nvSpPr>
          <p:spPr>
            <a:xfrm>
              <a:off x="8291252" y="2200473"/>
              <a:ext cx="184196" cy="184196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0" name="Straight Connector 389">
              <a:extLst>
                <a:ext uri="{FF2B5EF4-FFF2-40B4-BE49-F238E27FC236}">
                  <a16:creationId xmlns:a16="http://schemas.microsoft.com/office/drawing/2014/main" id="{A7286244-FC36-A24A-8F4A-9EE9210BD1CA}"/>
                </a:ext>
              </a:extLst>
            </p:cNvPr>
            <p:cNvCxnSpPr>
              <a:cxnSpLocks/>
              <a:stCxn id="389" idx="6"/>
              <a:endCxn id="383" idx="2"/>
            </p:cNvCxnSpPr>
            <p:nvPr/>
          </p:nvCxnSpPr>
          <p:spPr>
            <a:xfrm flipV="1">
              <a:off x="8475448" y="773211"/>
              <a:ext cx="418948" cy="15193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8E9B8F5F-D355-2640-92C0-922EBD0A33A9}"/>
                </a:ext>
              </a:extLst>
            </p:cNvPr>
            <p:cNvCxnSpPr>
              <a:cxnSpLocks/>
              <a:stCxn id="389" idx="6"/>
              <a:endCxn id="384" idx="2"/>
            </p:cNvCxnSpPr>
            <p:nvPr/>
          </p:nvCxnSpPr>
          <p:spPr>
            <a:xfrm flipV="1">
              <a:off x="8475448" y="1078120"/>
              <a:ext cx="418948" cy="12144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3F636BDE-13EE-4E44-A6FE-AF2401E05EC6}"/>
                </a:ext>
              </a:extLst>
            </p:cNvPr>
            <p:cNvCxnSpPr>
              <a:cxnSpLocks/>
              <a:stCxn id="389" idx="6"/>
              <a:endCxn id="386" idx="2"/>
            </p:cNvCxnSpPr>
            <p:nvPr/>
          </p:nvCxnSpPr>
          <p:spPr>
            <a:xfrm flipV="1">
              <a:off x="8475448" y="1687938"/>
              <a:ext cx="418948" cy="6046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Straight Connector 392">
              <a:extLst>
                <a:ext uri="{FF2B5EF4-FFF2-40B4-BE49-F238E27FC236}">
                  <a16:creationId xmlns:a16="http://schemas.microsoft.com/office/drawing/2014/main" id="{EE8F4C56-8F73-1546-812A-E197B13C583D}"/>
                </a:ext>
              </a:extLst>
            </p:cNvPr>
            <p:cNvCxnSpPr>
              <a:cxnSpLocks/>
              <a:stCxn id="389" idx="6"/>
              <a:endCxn id="388" idx="2"/>
            </p:cNvCxnSpPr>
            <p:nvPr/>
          </p:nvCxnSpPr>
          <p:spPr>
            <a:xfrm>
              <a:off x="8475448" y="2292571"/>
              <a:ext cx="418948" cy="51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6D9C63E4-B1D6-CE45-BB0C-2404643C52C8}"/>
                </a:ext>
              </a:extLst>
            </p:cNvPr>
            <p:cNvCxnSpPr>
              <a:cxnSpLocks/>
              <a:stCxn id="389" idx="6"/>
              <a:endCxn id="385" idx="2"/>
            </p:cNvCxnSpPr>
            <p:nvPr/>
          </p:nvCxnSpPr>
          <p:spPr>
            <a:xfrm flipV="1">
              <a:off x="8475448" y="1383029"/>
              <a:ext cx="418948" cy="90954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Straight Connector 394">
              <a:extLst>
                <a:ext uri="{FF2B5EF4-FFF2-40B4-BE49-F238E27FC236}">
                  <a16:creationId xmlns:a16="http://schemas.microsoft.com/office/drawing/2014/main" id="{5D63AA3C-006D-C04D-98DD-C39E88D1560F}"/>
                </a:ext>
              </a:extLst>
            </p:cNvPr>
            <p:cNvCxnSpPr>
              <a:cxnSpLocks/>
              <a:stCxn id="389" idx="6"/>
              <a:endCxn id="387" idx="2"/>
            </p:cNvCxnSpPr>
            <p:nvPr/>
          </p:nvCxnSpPr>
          <p:spPr>
            <a:xfrm flipV="1">
              <a:off x="8475448" y="1992847"/>
              <a:ext cx="418948" cy="2997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395">
              <a:extLst>
                <a:ext uri="{FF2B5EF4-FFF2-40B4-BE49-F238E27FC236}">
                  <a16:creationId xmlns:a16="http://schemas.microsoft.com/office/drawing/2014/main" id="{68D8B0B4-105B-A74C-B03B-1ACE690F79BC}"/>
                </a:ext>
              </a:extLst>
            </p:cNvPr>
            <p:cNvCxnSpPr>
              <a:cxnSpLocks/>
              <a:stCxn id="388" idx="6"/>
              <a:endCxn id="369" idx="2"/>
            </p:cNvCxnSpPr>
            <p:nvPr/>
          </p:nvCxnSpPr>
          <p:spPr>
            <a:xfrm flipV="1">
              <a:off x="9078592" y="1637894"/>
              <a:ext cx="464245" cy="6598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300EE360-690D-5D47-B244-7AFE6550B279}"/>
                </a:ext>
              </a:extLst>
            </p:cNvPr>
            <p:cNvCxnSpPr>
              <a:cxnSpLocks/>
              <a:stCxn id="387" idx="6"/>
              <a:endCxn id="369" idx="2"/>
            </p:cNvCxnSpPr>
            <p:nvPr/>
          </p:nvCxnSpPr>
          <p:spPr>
            <a:xfrm flipV="1">
              <a:off x="9078592" y="1637894"/>
              <a:ext cx="464245" cy="3549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Straight Connector 397">
              <a:extLst>
                <a:ext uri="{FF2B5EF4-FFF2-40B4-BE49-F238E27FC236}">
                  <a16:creationId xmlns:a16="http://schemas.microsoft.com/office/drawing/2014/main" id="{63C8CA40-B47E-A945-A864-230E2E0DBD63}"/>
                </a:ext>
              </a:extLst>
            </p:cNvPr>
            <p:cNvCxnSpPr>
              <a:cxnSpLocks/>
              <a:stCxn id="386" idx="6"/>
              <a:endCxn id="369" idx="2"/>
            </p:cNvCxnSpPr>
            <p:nvPr/>
          </p:nvCxnSpPr>
          <p:spPr>
            <a:xfrm flipV="1">
              <a:off x="9078592" y="1637894"/>
              <a:ext cx="464245" cy="5004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050A0A98-AB36-2840-A5A4-FC9E392E3A92}"/>
                </a:ext>
              </a:extLst>
            </p:cNvPr>
            <p:cNvCxnSpPr>
              <a:cxnSpLocks/>
              <a:stCxn id="385" idx="6"/>
              <a:endCxn id="369" idx="2"/>
            </p:cNvCxnSpPr>
            <p:nvPr/>
          </p:nvCxnSpPr>
          <p:spPr>
            <a:xfrm>
              <a:off x="9078592" y="1383029"/>
              <a:ext cx="464245" cy="25486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B9E3477D-60FD-3247-AFB0-417BF824348C}"/>
                </a:ext>
              </a:extLst>
            </p:cNvPr>
            <p:cNvCxnSpPr>
              <a:cxnSpLocks/>
              <a:stCxn id="384" idx="6"/>
              <a:endCxn id="369" idx="2"/>
            </p:cNvCxnSpPr>
            <p:nvPr/>
          </p:nvCxnSpPr>
          <p:spPr>
            <a:xfrm>
              <a:off x="9078592" y="1078120"/>
              <a:ext cx="464245" cy="5597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64DA9910-525D-3C45-8EA5-1534DDFDE8F1}"/>
                </a:ext>
              </a:extLst>
            </p:cNvPr>
            <p:cNvCxnSpPr>
              <a:cxnSpLocks/>
              <a:stCxn id="383" idx="6"/>
              <a:endCxn id="369" idx="2"/>
            </p:cNvCxnSpPr>
            <p:nvPr/>
          </p:nvCxnSpPr>
          <p:spPr>
            <a:xfrm>
              <a:off x="9078592" y="773211"/>
              <a:ext cx="464245" cy="8646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E7237D3F-537F-2845-B86A-C01A9266E128}"/>
                </a:ext>
              </a:extLst>
            </p:cNvPr>
            <p:cNvCxnSpPr>
              <a:cxnSpLocks/>
              <a:stCxn id="384" idx="6"/>
              <a:endCxn id="368" idx="2"/>
            </p:cNvCxnSpPr>
            <p:nvPr/>
          </p:nvCxnSpPr>
          <p:spPr>
            <a:xfrm>
              <a:off x="9078592" y="1078120"/>
              <a:ext cx="464245" cy="25486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CC075CB9-1012-F640-89FD-58988E047F4C}"/>
                </a:ext>
              </a:extLst>
            </p:cNvPr>
            <p:cNvCxnSpPr>
              <a:cxnSpLocks/>
              <a:stCxn id="385" idx="6"/>
              <a:endCxn id="368" idx="2"/>
            </p:cNvCxnSpPr>
            <p:nvPr/>
          </p:nvCxnSpPr>
          <p:spPr>
            <a:xfrm flipV="1">
              <a:off x="9078592" y="1332985"/>
              <a:ext cx="464245" cy="5004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BBF30991-16DA-FD4B-9788-B8FBF7E66590}"/>
                </a:ext>
              </a:extLst>
            </p:cNvPr>
            <p:cNvCxnSpPr>
              <a:cxnSpLocks/>
              <a:stCxn id="385" idx="6"/>
              <a:endCxn id="369" idx="2"/>
            </p:cNvCxnSpPr>
            <p:nvPr/>
          </p:nvCxnSpPr>
          <p:spPr>
            <a:xfrm>
              <a:off x="9078592" y="1383029"/>
              <a:ext cx="464245" cy="25486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0EC9ECB8-C662-CC41-804E-2895E5E008F5}"/>
                </a:ext>
              </a:extLst>
            </p:cNvPr>
            <p:cNvCxnSpPr>
              <a:cxnSpLocks/>
              <a:stCxn id="386" idx="6"/>
              <a:endCxn id="368" idx="2"/>
            </p:cNvCxnSpPr>
            <p:nvPr/>
          </p:nvCxnSpPr>
          <p:spPr>
            <a:xfrm flipV="1">
              <a:off x="9078592" y="1332985"/>
              <a:ext cx="464245" cy="35495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E338905D-5129-0A43-9967-DAD0DDF5B80D}"/>
                </a:ext>
              </a:extLst>
            </p:cNvPr>
            <p:cNvCxnSpPr>
              <a:cxnSpLocks/>
              <a:stCxn id="425" idx="6"/>
              <a:endCxn id="368" idx="2"/>
            </p:cNvCxnSpPr>
            <p:nvPr/>
          </p:nvCxnSpPr>
          <p:spPr>
            <a:xfrm flipV="1">
              <a:off x="9080199" y="1332985"/>
              <a:ext cx="462638" cy="65998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EBC8F4A2-CE17-7742-BB62-41CBC080A2E2}"/>
                </a:ext>
              </a:extLst>
            </p:cNvPr>
            <p:cNvCxnSpPr>
              <a:cxnSpLocks/>
              <a:stCxn id="388" idx="6"/>
              <a:endCxn id="368" idx="2"/>
            </p:cNvCxnSpPr>
            <p:nvPr/>
          </p:nvCxnSpPr>
          <p:spPr>
            <a:xfrm flipV="1">
              <a:off x="9078592" y="1332985"/>
              <a:ext cx="464245" cy="9647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53487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45BDCE3-3653-094A-B1A5-573CAC799F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3539265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19578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BF213F6-8212-4440-9473-316ED899FBF7}"/>
              </a:ext>
            </a:extLst>
          </p:cNvPr>
          <p:cNvSpPr/>
          <p:nvPr/>
        </p:nvSpPr>
        <p:spPr>
          <a:xfrm>
            <a:off x="5724395" y="745299"/>
            <a:ext cx="5868443" cy="312524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                                                                                                GPU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43E4B7-D014-DA4E-B0E9-E7ABB9C198FC}"/>
              </a:ext>
            </a:extLst>
          </p:cNvPr>
          <p:cNvSpPr/>
          <p:nvPr/>
        </p:nvSpPr>
        <p:spPr>
          <a:xfrm>
            <a:off x="5906022" y="1002082"/>
            <a:ext cx="2498942" cy="3695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Work Queue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180580-165B-3843-ADF2-C4F94305A29D}"/>
              </a:ext>
            </a:extLst>
          </p:cNvPr>
          <p:cNvSpPr/>
          <p:nvPr/>
        </p:nvSpPr>
        <p:spPr>
          <a:xfrm>
            <a:off x="5912285" y="1562622"/>
            <a:ext cx="2498942" cy="3695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Work Queue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ED2A1F-EA22-8F4F-8D19-6E2D6D21BF82}"/>
              </a:ext>
            </a:extLst>
          </p:cNvPr>
          <p:cNvSpPr/>
          <p:nvPr/>
        </p:nvSpPr>
        <p:spPr>
          <a:xfrm>
            <a:off x="5906022" y="2123162"/>
            <a:ext cx="2498942" cy="3695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Work Queue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0EE638-1B0E-A24E-9383-8CBE6904F5D7}"/>
              </a:ext>
            </a:extLst>
          </p:cNvPr>
          <p:cNvSpPr/>
          <p:nvPr/>
        </p:nvSpPr>
        <p:spPr>
          <a:xfrm>
            <a:off x="5906022" y="2683702"/>
            <a:ext cx="2498942" cy="3695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Work Queue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E6E49A-2416-6448-9F1B-8A075411472D}"/>
              </a:ext>
            </a:extLst>
          </p:cNvPr>
          <p:cNvSpPr/>
          <p:nvPr/>
        </p:nvSpPr>
        <p:spPr>
          <a:xfrm>
            <a:off x="5906022" y="3244241"/>
            <a:ext cx="2498942" cy="3695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Work Queue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FEE8FF-06B1-DC41-9DDF-983FA9FE102E}"/>
              </a:ext>
            </a:extLst>
          </p:cNvPr>
          <p:cNvSpPr/>
          <p:nvPr/>
        </p:nvSpPr>
        <p:spPr>
          <a:xfrm>
            <a:off x="10415392" y="920663"/>
            <a:ext cx="250520" cy="250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P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D5CD97-7B2C-E246-B05E-459587A653E1}"/>
              </a:ext>
            </a:extLst>
          </p:cNvPr>
          <p:cNvSpPr/>
          <p:nvPr/>
        </p:nvSpPr>
        <p:spPr>
          <a:xfrm>
            <a:off x="10415392" y="1285260"/>
            <a:ext cx="250520" cy="250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17756B-6B13-564B-BD73-073EB7EBE3C7}"/>
              </a:ext>
            </a:extLst>
          </p:cNvPr>
          <p:cNvSpPr/>
          <p:nvPr/>
        </p:nvSpPr>
        <p:spPr>
          <a:xfrm>
            <a:off x="10415392" y="1649857"/>
            <a:ext cx="250520" cy="250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2B2DDBE-D09E-CD4F-B1CA-BF00F63A8023}"/>
              </a:ext>
            </a:extLst>
          </p:cNvPr>
          <p:cNvSpPr/>
          <p:nvPr/>
        </p:nvSpPr>
        <p:spPr>
          <a:xfrm>
            <a:off x="10415392" y="2014454"/>
            <a:ext cx="250520" cy="250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4835C34-1A1E-0048-A2F0-E119B34423D2}"/>
              </a:ext>
            </a:extLst>
          </p:cNvPr>
          <p:cNvSpPr/>
          <p:nvPr/>
        </p:nvSpPr>
        <p:spPr>
          <a:xfrm>
            <a:off x="10415392" y="2379051"/>
            <a:ext cx="250520" cy="250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85E2A8A-B9B0-C948-9AE7-705BE5231B70}"/>
              </a:ext>
            </a:extLst>
          </p:cNvPr>
          <p:cNvSpPr/>
          <p:nvPr/>
        </p:nvSpPr>
        <p:spPr>
          <a:xfrm>
            <a:off x="10415392" y="2743648"/>
            <a:ext cx="250520" cy="250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P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ADB0B40-28CA-4240-8F37-A4670EC7BAD6}"/>
              </a:ext>
            </a:extLst>
          </p:cNvPr>
          <p:cNvSpPr/>
          <p:nvPr/>
        </p:nvSpPr>
        <p:spPr>
          <a:xfrm>
            <a:off x="10415392" y="3108245"/>
            <a:ext cx="250520" cy="250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P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FCA27F2-A70C-1847-A494-99BC9F8BE4D4}"/>
              </a:ext>
            </a:extLst>
          </p:cNvPr>
          <p:cNvSpPr/>
          <p:nvPr/>
        </p:nvSpPr>
        <p:spPr>
          <a:xfrm>
            <a:off x="10415392" y="3472842"/>
            <a:ext cx="250520" cy="250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P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91F03F-56CF-964A-B52D-085E1292F806}"/>
              </a:ext>
            </a:extLst>
          </p:cNvPr>
          <p:cNvSpPr/>
          <p:nvPr/>
        </p:nvSpPr>
        <p:spPr>
          <a:xfrm>
            <a:off x="8818323" y="1002082"/>
            <a:ext cx="1258866" cy="25960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Time-Sliced Scheduler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8711C6D-A462-5249-B277-3C83BE5A3047}"/>
              </a:ext>
            </a:extLst>
          </p:cNvPr>
          <p:cNvCxnSpPr>
            <a:stCxn id="5" idx="3"/>
            <a:endCxn id="26" idx="1"/>
          </p:cNvCxnSpPr>
          <p:nvPr/>
        </p:nvCxnSpPr>
        <p:spPr>
          <a:xfrm>
            <a:off x="8404964" y="1186841"/>
            <a:ext cx="413359" cy="11132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AB5AF30-26EE-A040-A3B5-D3DBB919A66E}"/>
              </a:ext>
            </a:extLst>
          </p:cNvPr>
          <p:cNvCxnSpPr>
            <a:cxnSpLocks/>
            <a:stCxn id="6" idx="3"/>
            <a:endCxn id="26" idx="1"/>
          </p:cNvCxnSpPr>
          <p:nvPr/>
        </p:nvCxnSpPr>
        <p:spPr>
          <a:xfrm>
            <a:off x="8411227" y="1747381"/>
            <a:ext cx="407096" cy="5527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F31533A-1BEB-2446-8583-44C95328F49F}"/>
              </a:ext>
            </a:extLst>
          </p:cNvPr>
          <p:cNvCxnSpPr>
            <a:cxnSpLocks/>
            <a:stCxn id="7" idx="3"/>
            <a:endCxn id="26" idx="1"/>
          </p:cNvCxnSpPr>
          <p:nvPr/>
        </p:nvCxnSpPr>
        <p:spPr>
          <a:xfrm flipV="1">
            <a:off x="8404964" y="2300092"/>
            <a:ext cx="413359" cy="78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D8B8DE6-3B94-C648-819E-1D5EB92B2B9A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8404964" y="2289132"/>
            <a:ext cx="407096" cy="5793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07300C6-9C94-0C40-BCB7-E83466C9721C}"/>
              </a:ext>
            </a:extLst>
          </p:cNvPr>
          <p:cNvCxnSpPr>
            <a:cxnSpLocks/>
            <a:stCxn id="9" idx="3"/>
            <a:endCxn id="26" idx="1"/>
          </p:cNvCxnSpPr>
          <p:nvPr/>
        </p:nvCxnSpPr>
        <p:spPr>
          <a:xfrm flipV="1">
            <a:off x="8404964" y="2300092"/>
            <a:ext cx="413359" cy="11289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78C40C1-30E6-8248-A3D3-9801F3F6C767}"/>
              </a:ext>
            </a:extLst>
          </p:cNvPr>
          <p:cNvCxnSpPr>
            <a:cxnSpLocks/>
            <a:stCxn id="26" idx="3"/>
            <a:endCxn id="10" idx="1"/>
          </p:cNvCxnSpPr>
          <p:nvPr/>
        </p:nvCxnSpPr>
        <p:spPr>
          <a:xfrm flipV="1">
            <a:off x="10077189" y="1045923"/>
            <a:ext cx="338203" cy="12541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D12FEAA-D44C-2E42-B21B-5B62E71160E3}"/>
              </a:ext>
            </a:extLst>
          </p:cNvPr>
          <p:cNvCxnSpPr>
            <a:cxnSpLocks/>
            <a:stCxn id="26" idx="3"/>
            <a:endCxn id="19" idx="1"/>
          </p:cNvCxnSpPr>
          <p:nvPr/>
        </p:nvCxnSpPr>
        <p:spPr>
          <a:xfrm flipV="1">
            <a:off x="10077189" y="1410520"/>
            <a:ext cx="338203" cy="889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FCEE6ED-DF12-5C41-A967-54EC888E317F}"/>
              </a:ext>
            </a:extLst>
          </p:cNvPr>
          <p:cNvCxnSpPr>
            <a:cxnSpLocks/>
            <a:stCxn id="26" idx="3"/>
            <a:endCxn id="20" idx="1"/>
          </p:cNvCxnSpPr>
          <p:nvPr/>
        </p:nvCxnSpPr>
        <p:spPr>
          <a:xfrm flipV="1">
            <a:off x="10077189" y="1775117"/>
            <a:ext cx="338203" cy="5249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F7F32AB-B771-2843-9498-A16281572015}"/>
              </a:ext>
            </a:extLst>
          </p:cNvPr>
          <p:cNvCxnSpPr>
            <a:cxnSpLocks/>
            <a:endCxn id="21" idx="1"/>
          </p:cNvCxnSpPr>
          <p:nvPr/>
        </p:nvCxnSpPr>
        <p:spPr>
          <a:xfrm flipV="1">
            <a:off x="10077189" y="2139714"/>
            <a:ext cx="338203" cy="1603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5AD8466-2A17-1A4F-92AB-F7E0AF5288A8}"/>
              </a:ext>
            </a:extLst>
          </p:cNvPr>
          <p:cNvCxnSpPr>
            <a:cxnSpLocks/>
            <a:stCxn id="26" idx="3"/>
            <a:endCxn id="22" idx="1"/>
          </p:cNvCxnSpPr>
          <p:nvPr/>
        </p:nvCxnSpPr>
        <p:spPr>
          <a:xfrm>
            <a:off x="10077189" y="2300092"/>
            <a:ext cx="338203" cy="2042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530070A-A4A3-1749-9797-FEFBB2BA566B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10083452" y="2307920"/>
            <a:ext cx="331940" cy="5609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CB8D4F6-9CDC-6D40-9732-7AC56F6B8B8C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10080320" y="2307920"/>
            <a:ext cx="335072" cy="9255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07C0D3A-4078-5C4B-BD45-093895363E50}"/>
              </a:ext>
            </a:extLst>
          </p:cNvPr>
          <p:cNvCxnSpPr>
            <a:cxnSpLocks/>
            <a:stCxn id="26" idx="3"/>
            <a:endCxn id="25" idx="1"/>
          </p:cNvCxnSpPr>
          <p:nvPr/>
        </p:nvCxnSpPr>
        <p:spPr>
          <a:xfrm>
            <a:off x="10077189" y="2300092"/>
            <a:ext cx="338203" cy="12980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1594556D-9EF8-714B-B523-D5D6E72E3D72}"/>
              </a:ext>
            </a:extLst>
          </p:cNvPr>
          <p:cNvSpPr/>
          <p:nvPr/>
        </p:nvSpPr>
        <p:spPr>
          <a:xfrm>
            <a:off x="2943616" y="1223245"/>
            <a:ext cx="2217107" cy="85322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CUDA Context A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CE72F0B-BC9B-9B4D-9F07-735B9FF73D97}"/>
              </a:ext>
            </a:extLst>
          </p:cNvPr>
          <p:cNvSpPr/>
          <p:nvPr/>
        </p:nvSpPr>
        <p:spPr>
          <a:xfrm>
            <a:off x="2943615" y="2551788"/>
            <a:ext cx="2217107" cy="85322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CUDA Context B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4D59E0A-3865-3D47-9FEA-8897A8B0AB41}"/>
              </a:ext>
            </a:extLst>
          </p:cNvPr>
          <p:cNvCxnSpPr>
            <a:cxnSpLocks/>
            <a:stCxn id="66" idx="3"/>
            <a:endCxn id="9" idx="1"/>
          </p:cNvCxnSpPr>
          <p:nvPr/>
        </p:nvCxnSpPr>
        <p:spPr>
          <a:xfrm>
            <a:off x="5160722" y="2978400"/>
            <a:ext cx="745300" cy="450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7420AE4A-F6CD-D044-91E0-71E7A3AEB662}"/>
              </a:ext>
            </a:extLst>
          </p:cNvPr>
          <p:cNvCxnSpPr>
            <a:cxnSpLocks/>
            <a:stCxn id="66" idx="3"/>
            <a:endCxn id="8" idx="1"/>
          </p:cNvCxnSpPr>
          <p:nvPr/>
        </p:nvCxnSpPr>
        <p:spPr>
          <a:xfrm flipV="1">
            <a:off x="5160722" y="2868461"/>
            <a:ext cx="745300" cy="1099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5A4A480-CE6F-C841-BA4C-1FF44981724D}"/>
              </a:ext>
            </a:extLst>
          </p:cNvPr>
          <p:cNvCxnSpPr>
            <a:cxnSpLocks/>
            <a:stCxn id="66" idx="3"/>
            <a:endCxn id="7" idx="1"/>
          </p:cNvCxnSpPr>
          <p:nvPr/>
        </p:nvCxnSpPr>
        <p:spPr>
          <a:xfrm flipV="1">
            <a:off x="5160722" y="2307921"/>
            <a:ext cx="745300" cy="6704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152430F5-E005-8B4F-9AFD-F33CFC3D096B}"/>
              </a:ext>
            </a:extLst>
          </p:cNvPr>
          <p:cNvCxnSpPr>
            <a:cxnSpLocks/>
            <a:stCxn id="66" idx="3"/>
            <a:endCxn id="6" idx="1"/>
          </p:cNvCxnSpPr>
          <p:nvPr/>
        </p:nvCxnSpPr>
        <p:spPr>
          <a:xfrm flipV="1">
            <a:off x="5160722" y="1747381"/>
            <a:ext cx="751563" cy="12310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429DC92E-C69E-C54E-8BCD-3AAB5F8EB445}"/>
              </a:ext>
            </a:extLst>
          </p:cNvPr>
          <p:cNvCxnSpPr>
            <a:cxnSpLocks/>
            <a:stCxn id="66" idx="3"/>
            <a:endCxn id="5" idx="1"/>
          </p:cNvCxnSpPr>
          <p:nvPr/>
        </p:nvCxnSpPr>
        <p:spPr>
          <a:xfrm flipV="1">
            <a:off x="5160722" y="1186841"/>
            <a:ext cx="745300" cy="17915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C81FDEEA-923E-E24A-A58D-B72C62A4B816}"/>
              </a:ext>
            </a:extLst>
          </p:cNvPr>
          <p:cNvCxnSpPr>
            <a:cxnSpLocks/>
            <a:stCxn id="65" idx="3"/>
            <a:endCxn id="5" idx="1"/>
          </p:cNvCxnSpPr>
          <p:nvPr/>
        </p:nvCxnSpPr>
        <p:spPr>
          <a:xfrm flipV="1">
            <a:off x="5160723" y="1186841"/>
            <a:ext cx="745299" cy="463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DB8D8914-E5A5-404B-AC11-5E5DC4DD3B9F}"/>
              </a:ext>
            </a:extLst>
          </p:cNvPr>
          <p:cNvCxnSpPr>
            <a:cxnSpLocks/>
            <a:stCxn id="65" idx="3"/>
            <a:endCxn id="6" idx="1"/>
          </p:cNvCxnSpPr>
          <p:nvPr/>
        </p:nvCxnSpPr>
        <p:spPr>
          <a:xfrm>
            <a:off x="5160723" y="1649857"/>
            <a:ext cx="751562" cy="975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B41E4608-B506-0345-85D4-8523F8FC8597}"/>
              </a:ext>
            </a:extLst>
          </p:cNvPr>
          <p:cNvCxnSpPr>
            <a:cxnSpLocks/>
            <a:stCxn id="65" idx="3"/>
            <a:endCxn id="7" idx="1"/>
          </p:cNvCxnSpPr>
          <p:nvPr/>
        </p:nvCxnSpPr>
        <p:spPr>
          <a:xfrm>
            <a:off x="5160723" y="1649857"/>
            <a:ext cx="745299" cy="658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67586BB2-F203-5941-93C4-AE45B3F36763}"/>
              </a:ext>
            </a:extLst>
          </p:cNvPr>
          <p:cNvCxnSpPr>
            <a:cxnSpLocks/>
            <a:stCxn id="65" idx="3"/>
            <a:endCxn id="8" idx="1"/>
          </p:cNvCxnSpPr>
          <p:nvPr/>
        </p:nvCxnSpPr>
        <p:spPr>
          <a:xfrm>
            <a:off x="5160723" y="1649857"/>
            <a:ext cx="745299" cy="12186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E1B170FB-FCA5-5841-BDFD-893D7D0F49FC}"/>
              </a:ext>
            </a:extLst>
          </p:cNvPr>
          <p:cNvCxnSpPr>
            <a:cxnSpLocks/>
            <a:stCxn id="65" idx="3"/>
            <a:endCxn id="9" idx="1"/>
          </p:cNvCxnSpPr>
          <p:nvPr/>
        </p:nvCxnSpPr>
        <p:spPr>
          <a:xfrm>
            <a:off x="5160723" y="1649857"/>
            <a:ext cx="745299" cy="17791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7029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95BA0A-3352-D149-898E-0E5B554472E9}"/>
              </a:ext>
            </a:extLst>
          </p:cNvPr>
          <p:cNvSpPr/>
          <p:nvPr/>
        </p:nvSpPr>
        <p:spPr>
          <a:xfrm>
            <a:off x="5285483" y="1952503"/>
            <a:ext cx="5868443" cy="312524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                                                                                                GPU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BD0BBC-6274-8A43-8B90-59D27F774A5E}"/>
              </a:ext>
            </a:extLst>
          </p:cNvPr>
          <p:cNvSpPr/>
          <p:nvPr/>
        </p:nvSpPr>
        <p:spPr>
          <a:xfrm>
            <a:off x="5467110" y="2209286"/>
            <a:ext cx="2498942" cy="3695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Work Queue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626AA0-F05C-6E46-9A55-AB78876F4418}"/>
              </a:ext>
            </a:extLst>
          </p:cNvPr>
          <p:cNvSpPr/>
          <p:nvPr/>
        </p:nvSpPr>
        <p:spPr>
          <a:xfrm>
            <a:off x="5473373" y="2769826"/>
            <a:ext cx="2498942" cy="3695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Work Queue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5CC127-D96F-444C-89A2-DF8BB056497A}"/>
              </a:ext>
            </a:extLst>
          </p:cNvPr>
          <p:cNvSpPr/>
          <p:nvPr/>
        </p:nvSpPr>
        <p:spPr>
          <a:xfrm>
            <a:off x="5467110" y="3330366"/>
            <a:ext cx="2498942" cy="3695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Work Queue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60006C-906C-7B4E-B7BB-D87A642AE336}"/>
              </a:ext>
            </a:extLst>
          </p:cNvPr>
          <p:cNvSpPr/>
          <p:nvPr/>
        </p:nvSpPr>
        <p:spPr>
          <a:xfrm>
            <a:off x="5467110" y="3890906"/>
            <a:ext cx="2498942" cy="3695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Work Queue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AA941C-9238-B844-B8B5-D44F78B61427}"/>
              </a:ext>
            </a:extLst>
          </p:cNvPr>
          <p:cNvSpPr/>
          <p:nvPr/>
        </p:nvSpPr>
        <p:spPr>
          <a:xfrm>
            <a:off x="5467110" y="4451445"/>
            <a:ext cx="2498942" cy="3695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Work Queue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9CCA84-567A-AF4D-B28F-F699C1183F18}"/>
              </a:ext>
            </a:extLst>
          </p:cNvPr>
          <p:cNvSpPr/>
          <p:nvPr/>
        </p:nvSpPr>
        <p:spPr>
          <a:xfrm>
            <a:off x="9976480" y="2127867"/>
            <a:ext cx="250520" cy="250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212541-916B-6B40-BA2B-1B68226502EC}"/>
              </a:ext>
            </a:extLst>
          </p:cNvPr>
          <p:cNvSpPr/>
          <p:nvPr/>
        </p:nvSpPr>
        <p:spPr>
          <a:xfrm>
            <a:off x="9976480" y="2492464"/>
            <a:ext cx="250520" cy="250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2DC8A3-CEE8-F340-A93D-25B9E30B0031}"/>
              </a:ext>
            </a:extLst>
          </p:cNvPr>
          <p:cNvSpPr/>
          <p:nvPr/>
        </p:nvSpPr>
        <p:spPr>
          <a:xfrm>
            <a:off x="9976480" y="2857061"/>
            <a:ext cx="250520" cy="250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9CAE05-5EDD-E44B-BB46-0AC6727577EC}"/>
              </a:ext>
            </a:extLst>
          </p:cNvPr>
          <p:cNvSpPr/>
          <p:nvPr/>
        </p:nvSpPr>
        <p:spPr>
          <a:xfrm>
            <a:off x="9976480" y="3221658"/>
            <a:ext cx="250520" cy="250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D6F9ED-AF62-E549-9EA4-91EC7220E5EA}"/>
              </a:ext>
            </a:extLst>
          </p:cNvPr>
          <p:cNvSpPr/>
          <p:nvPr/>
        </p:nvSpPr>
        <p:spPr>
          <a:xfrm>
            <a:off x="9976480" y="3586255"/>
            <a:ext cx="250520" cy="250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F11B3A-9F34-2F47-974A-1A5AF8E398E0}"/>
              </a:ext>
            </a:extLst>
          </p:cNvPr>
          <p:cNvSpPr/>
          <p:nvPr/>
        </p:nvSpPr>
        <p:spPr>
          <a:xfrm>
            <a:off x="9976480" y="3950852"/>
            <a:ext cx="250520" cy="250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7F20E5-709A-6E49-9899-F6B850663CA3}"/>
              </a:ext>
            </a:extLst>
          </p:cNvPr>
          <p:cNvSpPr/>
          <p:nvPr/>
        </p:nvSpPr>
        <p:spPr>
          <a:xfrm>
            <a:off x="9976480" y="4315449"/>
            <a:ext cx="250520" cy="250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645EFD-BAFE-4B4B-9FAA-2BCCE690DCDF}"/>
              </a:ext>
            </a:extLst>
          </p:cNvPr>
          <p:cNvSpPr/>
          <p:nvPr/>
        </p:nvSpPr>
        <p:spPr>
          <a:xfrm>
            <a:off x="9976480" y="4680046"/>
            <a:ext cx="250520" cy="250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2C3466-F011-1142-91F2-9DA35AB491D3}"/>
              </a:ext>
            </a:extLst>
          </p:cNvPr>
          <p:cNvSpPr/>
          <p:nvPr/>
        </p:nvSpPr>
        <p:spPr>
          <a:xfrm>
            <a:off x="8379411" y="2209286"/>
            <a:ext cx="1258866" cy="25960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Time-Sliced Scheduler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D6070BA-750D-5343-95E0-CD930C76687B}"/>
              </a:ext>
            </a:extLst>
          </p:cNvPr>
          <p:cNvCxnSpPr>
            <a:stCxn id="5" idx="3"/>
            <a:endCxn id="18" idx="1"/>
          </p:cNvCxnSpPr>
          <p:nvPr/>
        </p:nvCxnSpPr>
        <p:spPr>
          <a:xfrm>
            <a:off x="7966052" y="2394045"/>
            <a:ext cx="413359" cy="11132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38A0D08-C32C-DC4E-AB8B-1A88725CFD6B}"/>
              </a:ext>
            </a:extLst>
          </p:cNvPr>
          <p:cNvCxnSpPr>
            <a:cxnSpLocks/>
            <a:stCxn id="6" idx="3"/>
            <a:endCxn id="18" idx="1"/>
          </p:cNvCxnSpPr>
          <p:nvPr/>
        </p:nvCxnSpPr>
        <p:spPr>
          <a:xfrm>
            <a:off x="7972315" y="2954585"/>
            <a:ext cx="407096" cy="5527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B8C453-E6FB-2B49-86C3-DF687B33058B}"/>
              </a:ext>
            </a:extLst>
          </p:cNvPr>
          <p:cNvCxnSpPr>
            <a:cxnSpLocks/>
            <a:stCxn id="7" idx="3"/>
            <a:endCxn id="18" idx="1"/>
          </p:cNvCxnSpPr>
          <p:nvPr/>
        </p:nvCxnSpPr>
        <p:spPr>
          <a:xfrm flipV="1">
            <a:off x="7966052" y="3507296"/>
            <a:ext cx="413359" cy="78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AB34578-F20D-654E-BD4B-2243B51ADC04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7966052" y="3496336"/>
            <a:ext cx="407096" cy="5793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8D250A7-64E6-DA4E-9861-F8CBCA64EB82}"/>
              </a:ext>
            </a:extLst>
          </p:cNvPr>
          <p:cNvCxnSpPr>
            <a:cxnSpLocks/>
            <a:stCxn id="9" idx="3"/>
            <a:endCxn id="18" idx="1"/>
          </p:cNvCxnSpPr>
          <p:nvPr/>
        </p:nvCxnSpPr>
        <p:spPr>
          <a:xfrm flipV="1">
            <a:off x="7966052" y="3507296"/>
            <a:ext cx="413359" cy="11289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C70307-F2BA-4B46-AB96-2FA5F8F5A8FF}"/>
              </a:ext>
            </a:extLst>
          </p:cNvPr>
          <p:cNvCxnSpPr>
            <a:cxnSpLocks/>
            <a:stCxn id="18" idx="3"/>
            <a:endCxn id="10" idx="1"/>
          </p:cNvCxnSpPr>
          <p:nvPr/>
        </p:nvCxnSpPr>
        <p:spPr>
          <a:xfrm flipV="1">
            <a:off x="9638277" y="2253127"/>
            <a:ext cx="338203" cy="12541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9589540-08D0-6C4B-A9EB-5F892AED30C2}"/>
              </a:ext>
            </a:extLst>
          </p:cNvPr>
          <p:cNvCxnSpPr>
            <a:cxnSpLocks/>
            <a:stCxn id="18" idx="3"/>
            <a:endCxn id="11" idx="1"/>
          </p:cNvCxnSpPr>
          <p:nvPr/>
        </p:nvCxnSpPr>
        <p:spPr>
          <a:xfrm flipV="1">
            <a:off x="9638277" y="2617724"/>
            <a:ext cx="338203" cy="889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19041EA-6307-744C-9FC9-2CF7FB834A36}"/>
              </a:ext>
            </a:extLst>
          </p:cNvPr>
          <p:cNvCxnSpPr>
            <a:cxnSpLocks/>
            <a:stCxn id="18" idx="3"/>
            <a:endCxn id="12" idx="1"/>
          </p:cNvCxnSpPr>
          <p:nvPr/>
        </p:nvCxnSpPr>
        <p:spPr>
          <a:xfrm flipV="1">
            <a:off x="9638277" y="2982321"/>
            <a:ext cx="338203" cy="5249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CDABA24-429B-A54D-85C7-5D7E5B1BCC4C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9638277" y="3346918"/>
            <a:ext cx="338203" cy="1603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186A0C9-C3D9-4047-BF3A-2B74C963A672}"/>
              </a:ext>
            </a:extLst>
          </p:cNvPr>
          <p:cNvCxnSpPr>
            <a:cxnSpLocks/>
            <a:stCxn id="18" idx="3"/>
            <a:endCxn id="14" idx="1"/>
          </p:cNvCxnSpPr>
          <p:nvPr/>
        </p:nvCxnSpPr>
        <p:spPr>
          <a:xfrm>
            <a:off x="9638277" y="3507296"/>
            <a:ext cx="338203" cy="2042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D474B6E-C337-CF43-8A74-AC61CB56746A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9644540" y="3515124"/>
            <a:ext cx="331940" cy="5609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21BCD44-1EB4-9440-B8A7-15FBECE67317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9641408" y="3515124"/>
            <a:ext cx="335072" cy="9255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77FA9FC-9C85-644E-892E-F91274FF7766}"/>
              </a:ext>
            </a:extLst>
          </p:cNvPr>
          <p:cNvCxnSpPr>
            <a:cxnSpLocks/>
            <a:stCxn id="18" idx="3"/>
            <a:endCxn id="17" idx="1"/>
          </p:cNvCxnSpPr>
          <p:nvPr/>
        </p:nvCxnSpPr>
        <p:spPr>
          <a:xfrm>
            <a:off x="9638277" y="3507296"/>
            <a:ext cx="338203" cy="12980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4203406C-BAA1-D547-9A11-F7A05506CE42}"/>
              </a:ext>
            </a:extLst>
          </p:cNvPr>
          <p:cNvSpPr/>
          <p:nvPr/>
        </p:nvSpPr>
        <p:spPr>
          <a:xfrm>
            <a:off x="236722" y="2319068"/>
            <a:ext cx="2217107" cy="85322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CUDA Context 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7E301D5-1F31-DD43-BCF9-A7997F44335B}"/>
              </a:ext>
            </a:extLst>
          </p:cNvPr>
          <p:cNvSpPr/>
          <p:nvPr/>
        </p:nvSpPr>
        <p:spPr>
          <a:xfrm>
            <a:off x="236722" y="3754960"/>
            <a:ext cx="2217107" cy="85322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CUDA Context B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342086B-98B2-754F-B664-62F9936CEF5E}"/>
              </a:ext>
            </a:extLst>
          </p:cNvPr>
          <p:cNvSpPr/>
          <p:nvPr/>
        </p:nvSpPr>
        <p:spPr>
          <a:xfrm>
            <a:off x="2684014" y="2388318"/>
            <a:ext cx="717074" cy="71472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MPS client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82B6E52-63C1-5F41-90F5-996CED4D5B8C}"/>
              </a:ext>
            </a:extLst>
          </p:cNvPr>
          <p:cNvSpPr/>
          <p:nvPr/>
        </p:nvSpPr>
        <p:spPr>
          <a:xfrm>
            <a:off x="2684015" y="3855354"/>
            <a:ext cx="717074" cy="65006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MPS client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0F3897-2071-D346-B080-C6BAB7014FBC}"/>
              </a:ext>
            </a:extLst>
          </p:cNvPr>
          <p:cNvSpPr/>
          <p:nvPr/>
        </p:nvSpPr>
        <p:spPr>
          <a:xfrm>
            <a:off x="4208244" y="2162833"/>
            <a:ext cx="822624" cy="274281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MPS Server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2A23421-1A1E-5D49-A2C6-75B4AA89FD85}"/>
              </a:ext>
            </a:extLst>
          </p:cNvPr>
          <p:cNvCxnSpPr>
            <a:stCxn id="34" idx="3"/>
            <a:endCxn id="36" idx="1"/>
          </p:cNvCxnSpPr>
          <p:nvPr/>
        </p:nvCxnSpPr>
        <p:spPr>
          <a:xfrm>
            <a:off x="3401088" y="2745680"/>
            <a:ext cx="807156" cy="7885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0470F20-8B5B-4043-9DB2-4FF4AB717013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>
          <a:xfrm flipV="1">
            <a:off x="3401089" y="3534238"/>
            <a:ext cx="807155" cy="6461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7D88781-3912-794F-8824-2D0B4B57203D}"/>
              </a:ext>
            </a:extLst>
          </p:cNvPr>
          <p:cNvCxnSpPr>
            <a:cxnSpLocks/>
            <a:stCxn id="36" idx="3"/>
            <a:endCxn id="5" idx="1"/>
          </p:cNvCxnSpPr>
          <p:nvPr/>
        </p:nvCxnSpPr>
        <p:spPr>
          <a:xfrm flipV="1">
            <a:off x="5030868" y="2394045"/>
            <a:ext cx="436242" cy="11401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F225A78-19CA-AE40-8F14-52DFD4FA1390}"/>
              </a:ext>
            </a:extLst>
          </p:cNvPr>
          <p:cNvCxnSpPr>
            <a:cxnSpLocks/>
            <a:stCxn id="36" idx="3"/>
          </p:cNvCxnSpPr>
          <p:nvPr/>
        </p:nvCxnSpPr>
        <p:spPr>
          <a:xfrm flipV="1">
            <a:off x="5030868" y="2950670"/>
            <a:ext cx="429979" cy="5835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8865696-F57B-5C49-8DF1-F829D606239D}"/>
              </a:ext>
            </a:extLst>
          </p:cNvPr>
          <p:cNvCxnSpPr>
            <a:cxnSpLocks/>
            <a:stCxn id="36" idx="3"/>
            <a:endCxn id="7" idx="1"/>
          </p:cNvCxnSpPr>
          <p:nvPr/>
        </p:nvCxnSpPr>
        <p:spPr>
          <a:xfrm flipV="1">
            <a:off x="5030868" y="3515125"/>
            <a:ext cx="436242" cy="191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6381309-9E8C-7042-9670-D9C2CABCD5D7}"/>
              </a:ext>
            </a:extLst>
          </p:cNvPr>
          <p:cNvCxnSpPr>
            <a:cxnSpLocks/>
            <a:stCxn id="36" idx="3"/>
            <a:endCxn id="8" idx="1"/>
          </p:cNvCxnSpPr>
          <p:nvPr/>
        </p:nvCxnSpPr>
        <p:spPr>
          <a:xfrm>
            <a:off x="5030868" y="3534238"/>
            <a:ext cx="436242" cy="5414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E2E7019-2C8A-1446-B156-B58D60B53245}"/>
              </a:ext>
            </a:extLst>
          </p:cNvPr>
          <p:cNvCxnSpPr>
            <a:cxnSpLocks/>
            <a:stCxn id="36" idx="3"/>
            <a:endCxn id="9" idx="1"/>
          </p:cNvCxnSpPr>
          <p:nvPr/>
        </p:nvCxnSpPr>
        <p:spPr>
          <a:xfrm>
            <a:off x="5030868" y="3534238"/>
            <a:ext cx="436242" cy="11019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50386599-0827-A54D-BC03-1150119122FC}"/>
              </a:ext>
            </a:extLst>
          </p:cNvPr>
          <p:cNvSpPr/>
          <p:nvPr/>
        </p:nvSpPr>
        <p:spPr>
          <a:xfrm>
            <a:off x="7639810" y="2804950"/>
            <a:ext cx="298454" cy="29143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66B8FED-A286-6E45-B000-F36C13C08C6E}"/>
              </a:ext>
            </a:extLst>
          </p:cNvPr>
          <p:cNvSpPr/>
          <p:nvPr/>
        </p:nvSpPr>
        <p:spPr>
          <a:xfrm>
            <a:off x="7627849" y="2242598"/>
            <a:ext cx="298454" cy="29143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FE94028-753B-D04E-92E9-7330C89871A1}"/>
              </a:ext>
            </a:extLst>
          </p:cNvPr>
          <p:cNvSpPr/>
          <p:nvPr/>
        </p:nvSpPr>
        <p:spPr>
          <a:xfrm>
            <a:off x="7627849" y="3350616"/>
            <a:ext cx="298454" cy="29143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2E06EA4-61C6-5B4E-9A36-CC01FBAC2110}"/>
              </a:ext>
            </a:extLst>
          </p:cNvPr>
          <p:cNvSpPr/>
          <p:nvPr/>
        </p:nvSpPr>
        <p:spPr>
          <a:xfrm>
            <a:off x="7627849" y="3922604"/>
            <a:ext cx="298454" cy="29143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08E22ED-5970-584C-BB24-712D88209393}"/>
              </a:ext>
            </a:extLst>
          </p:cNvPr>
          <p:cNvSpPr/>
          <p:nvPr/>
        </p:nvSpPr>
        <p:spPr>
          <a:xfrm>
            <a:off x="7627849" y="4490484"/>
            <a:ext cx="298454" cy="29143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639537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1.85185E-6 L 0.19271 -0.01736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35" y="-88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9102 -0.04861 " pathEditMode="relative" ptsTypes="AA">
                                      <p:cBhvr>
                                        <p:cTn id="20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2.22222E-6 L 0.19089 -0.07222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544" y="-3611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2.96296E-6 L 0.18945 -0.10209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66" y="-5116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4.07407E-6 L 0.19271 -0.13218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635" y="-66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FFFA218-619F-2F4C-BB16-4A7B2037C77E}"/>
              </a:ext>
            </a:extLst>
          </p:cNvPr>
          <p:cNvSpPr/>
          <p:nvPr/>
        </p:nvSpPr>
        <p:spPr>
          <a:xfrm>
            <a:off x="617483" y="2491979"/>
            <a:ext cx="9113322" cy="3584021"/>
          </a:xfrm>
          <a:prstGeom prst="rect">
            <a:avLst/>
          </a:prstGeom>
          <a:ln w="5715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Running all the jobs together. Total time equals to the time that the longest job will take.</a:t>
            </a:r>
            <a:br>
              <a:rPr lang="en-US" dirty="0"/>
            </a:br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9FBFA5-CE61-DB4B-9376-959DB12D70A8}"/>
              </a:ext>
            </a:extLst>
          </p:cNvPr>
          <p:cNvSpPr/>
          <p:nvPr/>
        </p:nvSpPr>
        <p:spPr>
          <a:xfrm>
            <a:off x="617483" y="726243"/>
            <a:ext cx="10431518" cy="1566041"/>
          </a:xfrm>
          <a:prstGeom prst="rect">
            <a:avLst/>
          </a:prstGeom>
          <a:ln w="5715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Running all the jobs alone. Time of the jobs will be added together.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                     </a:t>
            </a:r>
          </a:p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82299F2-9DAD-0445-B491-77840EA59841}"/>
                  </a:ext>
                </a:extLst>
              </p:cNvPr>
              <p:cNvSpPr/>
              <p:nvPr/>
            </p:nvSpPr>
            <p:spPr>
              <a:xfrm>
                <a:off x="701565" y="1367372"/>
                <a:ext cx="6169572" cy="767256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82299F2-9DAD-0445-B491-77840EA598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65" y="1367372"/>
                <a:ext cx="6169572" cy="76725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B33AAE3-E73E-2B46-A192-154C07A468FA}"/>
                  </a:ext>
                </a:extLst>
              </p:cNvPr>
              <p:cNvSpPr/>
              <p:nvPr/>
            </p:nvSpPr>
            <p:spPr>
              <a:xfrm>
                <a:off x="7102365" y="1367372"/>
                <a:ext cx="819807" cy="767256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B33AAE3-E73E-2B46-A192-154C07A468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2365" y="1367372"/>
                <a:ext cx="819807" cy="7672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C6213D6-34A1-184E-956B-3A6AA0653CB3}"/>
                  </a:ext>
                </a:extLst>
              </p:cNvPr>
              <p:cNvSpPr/>
              <p:nvPr/>
            </p:nvSpPr>
            <p:spPr>
              <a:xfrm>
                <a:off x="8153400" y="1367372"/>
                <a:ext cx="2764220" cy="767256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C6213D6-34A1-184E-956B-3A6AA0653C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400" y="1367372"/>
                <a:ext cx="2764220" cy="7672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7711A17-4008-BE4B-8224-D08DCEFC25B2}"/>
                  </a:ext>
                </a:extLst>
              </p:cNvPr>
              <p:cNvSpPr/>
              <p:nvPr/>
            </p:nvSpPr>
            <p:spPr>
              <a:xfrm>
                <a:off x="701565" y="3059544"/>
                <a:ext cx="6547945" cy="767256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’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7711A17-4008-BE4B-8224-D08DCEFC25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65" y="3059544"/>
                <a:ext cx="6547945" cy="7672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C0E69BC-1056-E94A-B591-B57C7E883248}"/>
                  </a:ext>
                </a:extLst>
              </p:cNvPr>
              <p:cNvSpPr/>
              <p:nvPr/>
            </p:nvSpPr>
            <p:spPr>
              <a:xfrm>
                <a:off x="701565" y="4026495"/>
                <a:ext cx="1208691" cy="767256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𝑡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’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C0E69BC-1056-E94A-B591-B57C7E8832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65" y="4026495"/>
                <a:ext cx="1208691" cy="76725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93ACD4A-94BE-D145-8AA0-F82B352017D7}"/>
                  </a:ext>
                </a:extLst>
              </p:cNvPr>
              <p:cNvSpPr/>
              <p:nvPr/>
            </p:nvSpPr>
            <p:spPr>
              <a:xfrm>
                <a:off x="701565" y="5003959"/>
                <a:ext cx="3258208" cy="767256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93ACD4A-94BE-D145-8AA0-F82B352017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65" y="5003959"/>
                <a:ext cx="3258208" cy="76725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84949B90-F512-C74D-B4A2-12FC3FADE3EA}"/>
              </a:ext>
            </a:extLst>
          </p:cNvPr>
          <p:cNvSpPr txBox="1"/>
          <p:nvPr/>
        </p:nvSpPr>
        <p:spPr>
          <a:xfrm>
            <a:off x="6854046" y="156633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A0C207-20AC-8344-B319-4A87CFD00ED6}"/>
              </a:ext>
            </a:extLst>
          </p:cNvPr>
          <p:cNvSpPr txBox="1"/>
          <p:nvPr/>
        </p:nvSpPr>
        <p:spPr>
          <a:xfrm>
            <a:off x="7905081" y="156633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ight Brace 21">
                <a:extLst>
                  <a:ext uri="{FF2B5EF4-FFF2-40B4-BE49-F238E27FC236}">
                    <a16:creationId xmlns:a16="http://schemas.microsoft.com/office/drawing/2014/main" id="{652248AB-B6A4-914E-8630-C3E41DA05677}"/>
                  </a:ext>
                </a:extLst>
              </p:cNvPr>
              <p:cNvSpPr/>
              <p:nvPr/>
            </p:nvSpPr>
            <p:spPr>
              <a:xfrm>
                <a:off x="7512268" y="3059544"/>
                <a:ext cx="392813" cy="2711671"/>
              </a:xfrm>
              <a:prstGeom prst="rightBrace">
                <a:avLst/>
              </a:prstGeom>
              <a:ln w="571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                                                =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Right Brace 21">
                <a:extLst>
                  <a:ext uri="{FF2B5EF4-FFF2-40B4-BE49-F238E27FC236}">
                    <a16:creationId xmlns:a16="http://schemas.microsoft.com/office/drawing/2014/main" id="{652248AB-B6A4-914E-8630-C3E41DA056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2268" y="3059544"/>
                <a:ext cx="392813" cy="2711671"/>
              </a:xfrm>
              <a:prstGeom prst="rightBrace">
                <a:avLst/>
              </a:prstGeom>
              <a:blipFill>
                <a:blip r:embed="rId8"/>
                <a:stretch>
                  <a:fillRect l="-332000" r="-248000"/>
                </a:stretch>
              </a:blipFill>
              <a:ln w="5715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1782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/>
      <p:bldP spid="21" grpId="0"/>
      <p:bldP spid="2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6429</TotalTime>
  <Words>188</Words>
  <Application>Microsoft Macintosh PowerPoint</Application>
  <PresentationFormat>Widescreen</PresentationFormat>
  <Paragraphs>114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Iman Tabrizian</dc:creator>
  <cp:lastModifiedBy>Iman Tabrizian</cp:lastModifiedBy>
  <cp:revision>34</cp:revision>
  <dcterms:created xsi:type="dcterms:W3CDTF">2020-11-07T20:56:51Z</dcterms:created>
  <dcterms:modified xsi:type="dcterms:W3CDTF">2020-12-05T19:45:17Z</dcterms:modified>
</cp:coreProperties>
</file>